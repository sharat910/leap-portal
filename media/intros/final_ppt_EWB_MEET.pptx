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17"/>
  </p:notesMasterIdLst>
  <p:handoutMasterIdLst>
    <p:handoutMasterId r:id="rId18"/>
  </p:handoutMasterIdLst>
  <p:sldIdLst>
    <p:sldId id="258" r:id="rId3"/>
    <p:sldId id="288" r:id="rId4"/>
    <p:sldId id="289" r:id="rId5"/>
    <p:sldId id="290" r:id="rId6"/>
    <p:sldId id="291" r:id="rId7"/>
    <p:sldId id="292" r:id="rId8"/>
    <p:sldId id="293" r:id="rId9"/>
    <p:sldId id="294" r:id="rId10"/>
    <p:sldId id="285" r:id="rId11"/>
    <p:sldId id="286" r:id="rId12"/>
    <p:sldId id="278" r:id="rId13"/>
    <p:sldId id="279" r:id="rId14"/>
    <p:sldId id="287" r:id="rId15"/>
    <p:sldId id="28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324" autoAdjust="0"/>
  </p:normalViewPr>
  <p:slideViewPr>
    <p:cSldViewPr snapToGrid="0">
      <p:cViewPr varScale="1">
        <p:scale>
          <a:sx n="74" d="100"/>
          <a:sy n="74" d="100"/>
        </p:scale>
        <p:origin x="576" y="72"/>
      </p:cViewPr>
      <p:guideLst>
        <p:guide orient="horz" pos="2160"/>
        <p:guide pos="3840"/>
      </p:guideLst>
    </p:cSldViewPr>
  </p:slideViewPr>
  <p:notesTextViewPr>
    <p:cViewPr>
      <p:scale>
        <a:sx n="3" d="2"/>
        <a:sy n="3" d="2"/>
      </p:scale>
      <p:origin x="0" y="0"/>
    </p:cViewPr>
  </p:notesTextViewPr>
  <p:notesViewPr>
    <p:cSldViewPr snapToGrid="0">
      <p:cViewPr varScale="1">
        <p:scale>
          <a:sx n="68" d="100"/>
          <a:sy n="68" d="100"/>
        </p:scale>
        <p:origin x="2808"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image" Target="../media/image8.jpeg"/></Relationships>
</file>

<file path=ppt/diagrams/_rels/data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image" Target="../media/image15.jpeg"/><Relationship Id="rId5" Type="http://schemas.openxmlformats.org/officeDocument/2006/relationships/image" Target="../media/image19.png"/><Relationship Id="rId4" Type="http://schemas.openxmlformats.org/officeDocument/2006/relationships/image" Target="../media/image1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image" Target="../media/image8.jpeg"/></Relationships>
</file>

<file path=ppt/diagrams/_rels/drawing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5.jpeg"/><Relationship Id="rId4"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756A53-26A3-4314-ABCD-50656AD02D8F}"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IN"/>
        </a:p>
      </dgm:t>
    </dgm:pt>
    <dgm:pt modelId="{3F9B8629-27C5-4C6C-9211-A7F2DB773720}">
      <dgm:prSet phldrT="[Text]"/>
      <dgm:spPr/>
      <dgm:t>
        <a:bodyPr/>
        <a:lstStyle/>
        <a:p>
          <a:r>
            <a:rPr lang="en-IN" dirty="0" smtClean="0"/>
            <a:t>Reach</a:t>
          </a:r>
          <a:endParaRPr lang="en-IN" dirty="0"/>
        </a:p>
      </dgm:t>
    </dgm:pt>
    <dgm:pt modelId="{4443F8B0-9602-41D3-930E-209D096E0678}" type="parTrans" cxnId="{C64CAA6F-FE7B-4ED3-B353-409217FCC959}">
      <dgm:prSet/>
      <dgm:spPr/>
      <dgm:t>
        <a:bodyPr/>
        <a:lstStyle/>
        <a:p>
          <a:endParaRPr lang="en-IN"/>
        </a:p>
      </dgm:t>
    </dgm:pt>
    <dgm:pt modelId="{6C15E90A-2794-4758-A2EB-9486E58A6289}" type="sibTrans" cxnId="{C64CAA6F-FE7B-4ED3-B353-409217FCC959}">
      <dgm:prSet/>
      <dgm:spPr/>
      <dgm:t>
        <a:bodyPr/>
        <a:lstStyle/>
        <a:p>
          <a:endParaRPr lang="en-IN"/>
        </a:p>
      </dgm:t>
    </dgm:pt>
    <dgm:pt modelId="{D4EEC86E-95F1-442D-A077-7F45A42A84C3}">
      <dgm:prSet phldrT="[Text]"/>
      <dgm:spPr/>
      <dgm:t>
        <a:bodyPr/>
        <a:lstStyle/>
        <a:p>
          <a:r>
            <a:rPr lang="en-IN" dirty="0" smtClean="0"/>
            <a:t>Campus</a:t>
          </a:r>
          <a:endParaRPr lang="en-IN" dirty="0"/>
        </a:p>
      </dgm:t>
    </dgm:pt>
    <dgm:pt modelId="{93E79A12-69F2-4DD6-9512-464554492C90}" type="parTrans" cxnId="{59FC473A-6CC2-4B76-80A4-2E01B1EE5F09}">
      <dgm:prSet/>
      <dgm:spPr/>
      <dgm:t>
        <a:bodyPr/>
        <a:lstStyle/>
        <a:p>
          <a:endParaRPr lang="en-IN"/>
        </a:p>
      </dgm:t>
    </dgm:pt>
    <dgm:pt modelId="{6D3EECF9-FD18-4D98-A5B2-EDC326A92FF4}" type="sibTrans" cxnId="{59FC473A-6CC2-4B76-80A4-2E01B1EE5F09}">
      <dgm:prSet/>
      <dgm:spPr/>
      <dgm:t>
        <a:bodyPr/>
        <a:lstStyle/>
        <a:p>
          <a:endParaRPr lang="en-IN"/>
        </a:p>
      </dgm:t>
    </dgm:pt>
    <dgm:pt modelId="{9A72323F-7195-469C-A1F3-A83D1677AE19}">
      <dgm:prSet phldrT="[Text]"/>
      <dgm:spPr/>
      <dgm:t>
        <a:bodyPr/>
        <a:lstStyle/>
        <a:p>
          <a:r>
            <a:rPr lang="en-IN" dirty="0" smtClean="0"/>
            <a:t>Villages</a:t>
          </a:r>
          <a:endParaRPr lang="en-IN" dirty="0"/>
        </a:p>
      </dgm:t>
    </dgm:pt>
    <dgm:pt modelId="{52DE5AF7-656D-43CC-A6EE-4D5D6104F85F}" type="parTrans" cxnId="{B4D6DB7F-76EC-48DE-A60F-D3BCCF23DACB}">
      <dgm:prSet/>
      <dgm:spPr/>
      <dgm:t>
        <a:bodyPr/>
        <a:lstStyle/>
        <a:p>
          <a:endParaRPr lang="en-IN"/>
        </a:p>
      </dgm:t>
    </dgm:pt>
    <dgm:pt modelId="{49955727-0D31-48FA-BAA5-8E0D0085947F}" type="sibTrans" cxnId="{B4D6DB7F-76EC-48DE-A60F-D3BCCF23DACB}">
      <dgm:prSet/>
      <dgm:spPr/>
      <dgm:t>
        <a:bodyPr/>
        <a:lstStyle/>
        <a:p>
          <a:endParaRPr lang="en-IN"/>
        </a:p>
      </dgm:t>
    </dgm:pt>
    <dgm:pt modelId="{A50A3DD7-D61B-491E-A23C-7520BDD3E7CC}">
      <dgm:prSet phldrT="[Text]"/>
      <dgm:spPr/>
      <dgm:t>
        <a:bodyPr/>
        <a:lstStyle/>
        <a:p>
          <a:r>
            <a:rPr lang="en-IN" dirty="0" smtClean="0"/>
            <a:t>Investment</a:t>
          </a:r>
          <a:endParaRPr lang="en-IN" dirty="0"/>
        </a:p>
      </dgm:t>
    </dgm:pt>
    <dgm:pt modelId="{932B19FD-5DCB-4019-AC8B-2ADBCC72D359}" type="parTrans" cxnId="{06ADEB56-EB0A-41FD-8DD3-0BB023FF510B}">
      <dgm:prSet/>
      <dgm:spPr/>
      <dgm:t>
        <a:bodyPr/>
        <a:lstStyle/>
        <a:p>
          <a:endParaRPr lang="en-IN"/>
        </a:p>
      </dgm:t>
    </dgm:pt>
    <dgm:pt modelId="{D25A46C6-BC85-4CCD-95ED-2DEC2C0E082A}" type="sibTrans" cxnId="{06ADEB56-EB0A-41FD-8DD3-0BB023FF510B}">
      <dgm:prSet/>
      <dgm:spPr/>
      <dgm:t>
        <a:bodyPr/>
        <a:lstStyle/>
        <a:p>
          <a:endParaRPr lang="en-IN"/>
        </a:p>
      </dgm:t>
    </dgm:pt>
    <dgm:pt modelId="{CA9AD6F6-2DFA-42BB-AC2D-CEB1766E6184}">
      <dgm:prSet phldrT="[Text]"/>
      <dgm:spPr/>
      <dgm:t>
        <a:bodyPr/>
        <a:lstStyle/>
        <a:p>
          <a:r>
            <a:rPr lang="en-IN" dirty="0" smtClean="0"/>
            <a:t>Publicity</a:t>
          </a:r>
          <a:endParaRPr lang="en-IN" dirty="0"/>
        </a:p>
      </dgm:t>
    </dgm:pt>
    <dgm:pt modelId="{42C15770-AE94-43A9-AEA6-5ADE727C02D0}" type="parTrans" cxnId="{7EBA89F5-26B8-4B3B-A2F9-33BA4B85ABFE}">
      <dgm:prSet/>
      <dgm:spPr/>
      <dgm:t>
        <a:bodyPr/>
        <a:lstStyle/>
        <a:p>
          <a:endParaRPr lang="en-IN"/>
        </a:p>
      </dgm:t>
    </dgm:pt>
    <dgm:pt modelId="{CAD811E6-4BE9-4120-B3B1-D18BFD95D9F7}" type="sibTrans" cxnId="{7EBA89F5-26B8-4B3B-A2F9-33BA4B85ABFE}">
      <dgm:prSet/>
      <dgm:spPr/>
      <dgm:t>
        <a:bodyPr/>
        <a:lstStyle/>
        <a:p>
          <a:endParaRPr lang="en-IN"/>
        </a:p>
      </dgm:t>
    </dgm:pt>
    <dgm:pt modelId="{964F5922-47D6-487E-BFB9-F365C508BD25}">
      <dgm:prSet phldrT="[Text]"/>
      <dgm:spPr/>
      <dgm:t>
        <a:bodyPr/>
        <a:lstStyle/>
        <a:p>
          <a:r>
            <a:rPr lang="en-IN" dirty="0" smtClean="0"/>
            <a:t>Construction</a:t>
          </a:r>
          <a:endParaRPr lang="en-IN" dirty="0"/>
        </a:p>
      </dgm:t>
    </dgm:pt>
    <dgm:pt modelId="{BF6F1626-64BF-4E00-9E8B-6A181C4CFF6B}" type="parTrans" cxnId="{B0D3EA71-3339-4260-923F-0AD16AD44FA5}">
      <dgm:prSet/>
      <dgm:spPr/>
      <dgm:t>
        <a:bodyPr/>
        <a:lstStyle/>
        <a:p>
          <a:endParaRPr lang="en-IN"/>
        </a:p>
      </dgm:t>
    </dgm:pt>
    <dgm:pt modelId="{7181F39E-42CB-4E0F-B885-68D701E65B84}" type="sibTrans" cxnId="{B0D3EA71-3339-4260-923F-0AD16AD44FA5}">
      <dgm:prSet/>
      <dgm:spPr/>
      <dgm:t>
        <a:bodyPr/>
        <a:lstStyle/>
        <a:p>
          <a:endParaRPr lang="en-IN"/>
        </a:p>
      </dgm:t>
    </dgm:pt>
    <dgm:pt modelId="{71548241-E0FA-414B-AC4F-CA5A8271BDA2}" type="pres">
      <dgm:prSet presAssocID="{CB756A53-26A3-4314-ABCD-50656AD02D8F}" presName="diagram" presStyleCnt="0">
        <dgm:presLayoutVars>
          <dgm:chPref val="1"/>
          <dgm:dir/>
          <dgm:animOne val="branch"/>
          <dgm:animLvl val="lvl"/>
          <dgm:resizeHandles/>
        </dgm:presLayoutVars>
      </dgm:prSet>
      <dgm:spPr/>
      <dgm:t>
        <a:bodyPr/>
        <a:lstStyle/>
        <a:p>
          <a:endParaRPr lang="en-US"/>
        </a:p>
      </dgm:t>
    </dgm:pt>
    <dgm:pt modelId="{56843DF8-F83F-4B60-B1B7-C7FE9B3EA68A}" type="pres">
      <dgm:prSet presAssocID="{3F9B8629-27C5-4C6C-9211-A7F2DB773720}" presName="root" presStyleCnt="0"/>
      <dgm:spPr/>
    </dgm:pt>
    <dgm:pt modelId="{3BA37BC5-7035-495F-8C8B-E83CD1B638FF}" type="pres">
      <dgm:prSet presAssocID="{3F9B8629-27C5-4C6C-9211-A7F2DB773720}" presName="rootComposite" presStyleCnt="0"/>
      <dgm:spPr/>
    </dgm:pt>
    <dgm:pt modelId="{4D8C7FC5-B09C-461D-B921-A470E3663E28}" type="pres">
      <dgm:prSet presAssocID="{3F9B8629-27C5-4C6C-9211-A7F2DB773720}" presName="rootText" presStyleLbl="node1" presStyleIdx="0" presStyleCnt="2"/>
      <dgm:spPr/>
      <dgm:t>
        <a:bodyPr/>
        <a:lstStyle/>
        <a:p>
          <a:endParaRPr lang="en-US"/>
        </a:p>
      </dgm:t>
    </dgm:pt>
    <dgm:pt modelId="{F3B442F2-6DD1-4768-A1D4-4B036E993E4D}" type="pres">
      <dgm:prSet presAssocID="{3F9B8629-27C5-4C6C-9211-A7F2DB773720}" presName="rootConnector" presStyleLbl="node1" presStyleIdx="0" presStyleCnt="2"/>
      <dgm:spPr/>
      <dgm:t>
        <a:bodyPr/>
        <a:lstStyle/>
        <a:p>
          <a:endParaRPr lang="en-US"/>
        </a:p>
      </dgm:t>
    </dgm:pt>
    <dgm:pt modelId="{50875FA8-83E1-4DE0-A249-EF1F69D716CA}" type="pres">
      <dgm:prSet presAssocID="{3F9B8629-27C5-4C6C-9211-A7F2DB773720}" presName="childShape" presStyleCnt="0"/>
      <dgm:spPr/>
    </dgm:pt>
    <dgm:pt modelId="{01474E15-4D5B-48A3-B2D3-D10BEF9047E1}" type="pres">
      <dgm:prSet presAssocID="{93E79A12-69F2-4DD6-9512-464554492C90}" presName="Name13" presStyleLbl="parChTrans1D2" presStyleIdx="0" presStyleCnt="4"/>
      <dgm:spPr/>
      <dgm:t>
        <a:bodyPr/>
        <a:lstStyle/>
        <a:p>
          <a:endParaRPr lang="en-US"/>
        </a:p>
      </dgm:t>
    </dgm:pt>
    <dgm:pt modelId="{AAF336AE-FD91-4032-87B8-137BDCAE9C11}" type="pres">
      <dgm:prSet presAssocID="{D4EEC86E-95F1-442D-A077-7F45A42A84C3}" presName="childText" presStyleLbl="bgAcc1" presStyleIdx="0" presStyleCnt="4">
        <dgm:presLayoutVars>
          <dgm:bulletEnabled val="1"/>
        </dgm:presLayoutVars>
      </dgm:prSet>
      <dgm:spPr/>
      <dgm:t>
        <a:bodyPr/>
        <a:lstStyle/>
        <a:p>
          <a:endParaRPr lang="en-US"/>
        </a:p>
      </dgm:t>
    </dgm:pt>
    <dgm:pt modelId="{31916B33-3AF8-420C-88D7-7B5C3B759454}" type="pres">
      <dgm:prSet presAssocID="{52DE5AF7-656D-43CC-A6EE-4D5D6104F85F}" presName="Name13" presStyleLbl="parChTrans1D2" presStyleIdx="1" presStyleCnt="4"/>
      <dgm:spPr/>
      <dgm:t>
        <a:bodyPr/>
        <a:lstStyle/>
        <a:p>
          <a:endParaRPr lang="en-US"/>
        </a:p>
      </dgm:t>
    </dgm:pt>
    <dgm:pt modelId="{EAD1C4BB-DD20-48E0-9D73-486ADBC47A03}" type="pres">
      <dgm:prSet presAssocID="{9A72323F-7195-469C-A1F3-A83D1677AE19}" presName="childText" presStyleLbl="bgAcc1" presStyleIdx="1" presStyleCnt="4">
        <dgm:presLayoutVars>
          <dgm:bulletEnabled val="1"/>
        </dgm:presLayoutVars>
      </dgm:prSet>
      <dgm:spPr/>
      <dgm:t>
        <a:bodyPr/>
        <a:lstStyle/>
        <a:p>
          <a:endParaRPr lang="en-IN"/>
        </a:p>
      </dgm:t>
    </dgm:pt>
    <dgm:pt modelId="{AE291F04-3F6E-4289-B6EC-CEE6D7FEA478}" type="pres">
      <dgm:prSet presAssocID="{A50A3DD7-D61B-491E-A23C-7520BDD3E7CC}" presName="root" presStyleCnt="0"/>
      <dgm:spPr/>
    </dgm:pt>
    <dgm:pt modelId="{B9D4FDD1-0E87-4234-A709-0BF092536E3B}" type="pres">
      <dgm:prSet presAssocID="{A50A3DD7-D61B-491E-A23C-7520BDD3E7CC}" presName="rootComposite" presStyleCnt="0"/>
      <dgm:spPr/>
    </dgm:pt>
    <dgm:pt modelId="{54114C60-419C-4A6E-AAFB-17D7CD504238}" type="pres">
      <dgm:prSet presAssocID="{A50A3DD7-D61B-491E-A23C-7520BDD3E7CC}" presName="rootText" presStyleLbl="node1" presStyleIdx="1" presStyleCnt="2"/>
      <dgm:spPr/>
      <dgm:t>
        <a:bodyPr/>
        <a:lstStyle/>
        <a:p>
          <a:endParaRPr lang="en-US"/>
        </a:p>
      </dgm:t>
    </dgm:pt>
    <dgm:pt modelId="{9F9D24D2-397B-420D-AEAD-38C01AD0366F}" type="pres">
      <dgm:prSet presAssocID="{A50A3DD7-D61B-491E-A23C-7520BDD3E7CC}" presName="rootConnector" presStyleLbl="node1" presStyleIdx="1" presStyleCnt="2"/>
      <dgm:spPr/>
      <dgm:t>
        <a:bodyPr/>
        <a:lstStyle/>
        <a:p>
          <a:endParaRPr lang="en-US"/>
        </a:p>
      </dgm:t>
    </dgm:pt>
    <dgm:pt modelId="{57DE0AC7-A4A7-40CC-AE22-6EE957AA34B6}" type="pres">
      <dgm:prSet presAssocID="{A50A3DD7-D61B-491E-A23C-7520BDD3E7CC}" presName="childShape" presStyleCnt="0"/>
      <dgm:spPr/>
    </dgm:pt>
    <dgm:pt modelId="{E090B83E-4137-46C8-BF89-DF2565F5F916}" type="pres">
      <dgm:prSet presAssocID="{42C15770-AE94-43A9-AEA6-5ADE727C02D0}" presName="Name13" presStyleLbl="parChTrans1D2" presStyleIdx="2" presStyleCnt="4"/>
      <dgm:spPr/>
      <dgm:t>
        <a:bodyPr/>
        <a:lstStyle/>
        <a:p>
          <a:endParaRPr lang="en-US"/>
        </a:p>
      </dgm:t>
    </dgm:pt>
    <dgm:pt modelId="{1705DBFE-C4E2-472F-9C53-2AF02839FCCE}" type="pres">
      <dgm:prSet presAssocID="{CA9AD6F6-2DFA-42BB-AC2D-CEB1766E6184}" presName="childText" presStyleLbl="bgAcc1" presStyleIdx="2" presStyleCnt="4">
        <dgm:presLayoutVars>
          <dgm:bulletEnabled val="1"/>
        </dgm:presLayoutVars>
      </dgm:prSet>
      <dgm:spPr/>
      <dgm:t>
        <a:bodyPr/>
        <a:lstStyle/>
        <a:p>
          <a:endParaRPr lang="en-IN"/>
        </a:p>
      </dgm:t>
    </dgm:pt>
    <dgm:pt modelId="{5B5B8FBC-B191-48BF-BA84-D7371937FCBF}" type="pres">
      <dgm:prSet presAssocID="{BF6F1626-64BF-4E00-9E8B-6A181C4CFF6B}" presName="Name13" presStyleLbl="parChTrans1D2" presStyleIdx="3" presStyleCnt="4"/>
      <dgm:spPr/>
      <dgm:t>
        <a:bodyPr/>
        <a:lstStyle/>
        <a:p>
          <a:endParaRPr lang="en-US"/>
        </a:p>
      </dgm:t>
    </dgm:pt>
    <dgm:pt modelId="{31B9308E-9747-4FF4-AD90-B5FA239F3EDD}" type="pres">
      <dgm:prSet presAssocID="{964F5922-47D6-487E-BFB9-F365C508BD25}" presName="childText" presStyleLbl="bgAcc1" presStyleIdx="3" presStyleCnt="4" custLinFactNeighborX="-2607" custLinFactNeighborY="-3338">
        <dgm:presLayoutVars>
          <dgm:bulletEnabled val="1"/>
        </dgm:presLayoutVars>
      </dgm:prSet>
      <dgm:spPr/>
      <dgm:t>
        <a:bodyPr/>
        <a:lstStyle/>
        <a:p>
          <a:endParaRPr lang="en-IN"/>
        </a:p>
      </dgm:t>
    </dgm:pt>
  </dgm:ptLst>
  <dgm:cxnLst>
    <dgm:cxn modelId="{C4511E64-F3C8-4433-AA24-F358B1B10D2B}" type="presOf" srcId="{52DE5AF7-656D-43CC-A6EE-4D5D6104F85F}" destId="{31916B33-3AF8-420C-88D7-7B5C3B759454}" srcOrd="0" destOrd="0" presId="urn:microsoft.com/office/officeart/2005/8/layout/hierarchy3"/>
    <dgm:cxn modelId="{06ADEB56-EB0A-41FD-8DD3-0BB023FF510B}" srcId="{CB756A53-26A3-4314-ABCD-50656AD02D8F}" destId="{A50A3DD7-D61B-491E-A23C-7520BDD3E7CC}" srcOrd="1" destOrd="0" parTransId="{932B19FD-5DCB-4019-AC8B-2ADBCC72D359}" sibTransId="{D25A46C6-BC85-4CCD-95ED-2DEC2C0E082A}"/>
    <dgm:cxn modelId="{7DA082EC-03BA-4CEA-82BE-73070AEEE6E3}" type="presOf" srcId="{BF6F1626-64BF-4E00-9E8B-6A181C4CFF6B}" destId="{5B5B8FBC-B191-48BF-BA84-D7371937FCBF}" srcOrd="0" destOrd="0" presId="urn:microsoft.com/office/officeart/2005/8/layout/hierarchy3"/>
    <dgm:cxn modelId="{FC1DAE66-EAB0-462A-B4A6-E54DE23D297E}" type="presOf" srcId="{A50A3DD7-D61B-491E-A23C-7520BDD3E7CC}" destId="{9F9D24D2-397B-420D-AEAD-38C01AD0366F}" srcOrd="1" destOrd="0" presId="urn:microsoft.com/office/officeart/2005/8/layout/hierarchy3"/>
    <dgm:cxn modelId="{7EBA89F5-26B8-4B3B-A2F9-33BA4B85ABFE}" srcId="{A50A3DD7-D61B-491E-A23C-7520BDD3E7CC}" destId="{CA9AD6F6-2DFA-42BB-AC2D-CEB1766E6184}" srcOrd="0" destOrd="0" parTransId="{42C15770-AE94-43A9-AEA6-5ADE727C02D0}" sibTransId="{CAD811E6-4BE9-4120-B3B1-D18BFD95D9F7}"/>
    <dgm:cxn modelId="{B4D6DB7F-76EC-48DE-A60F-D3BCCF23DACB}" srcId="{3F9B8629-27C5-4C6C-9211-A7F2DB773720}" destId="{9A72323F-7195-469C-A1F3-A83D1677AE19}" srcOrd="1" destOrd="0" parTransId="{52DE5AF7-656D-43CC-A6EE-4D5D6104F85F}" sibTransId="{49955727-0D31-48FA-BAA5-8E0D0085947F}"/>
    <dgm:cxn modelId="{A116CF78-144F-4DC6-AD35-6D9747DC947A}" type="presOf" srcId="{42C15770-AE94-43A9-AEA6-5ADE727C02D0}" destId="{E090B83E-4137-46C8-BF89-DF2565F5F916}" srcOrd="0" destOrd="0" presId="urn:microsoft.com/office/officeart/2005/8/layout/hierarchy3"/>
    <dgm:cxn modelId="{DBA82709-1E01-4029-AFAB-0A9A5BAA0AE6}" type="presOf" srcId="{3F9B8629-27C5-4C6C-9211-A7F2DB773720}" destId="{F3B442F2-6DD1-4768-A1D4-4B036E993E4D}" srcOrd="1" destOrd="0" presId="urn:microsoft.com/office/officeart/2005/8/layout/hierarchy3"/>
    <dgm:cxn modelId="{38DF28FA-AD1B-4BE6-8FEA-9B3F1EE1C548}" type="presOf" srcId="{93E79A12-69F2-4DD6-9512-464554492C90}" destId="{01474E15-4D5B-48A3-B2D3-D10BEF9047E1}" srcOrd="0" destOrd="0" presId="urn:microsoft.com/office/officeart/2005/8/layout/hierarchy3"/>
    <dgm:cxn modelId="{ACBF98F2-5425-4629-8F96-1D28979FF5D1}" type="presOf" srcId="{3F9B8629-27C5-4C6C-9211-A7F2DB773720}" destId="{4D8C7FC5-B09C-461D-B921-A470E3663E28}" srcOrd="0" destOrd="0" presId="urn:microsoft.com/office/officeart/2005/8/layout/hierarchy3"/>
    <dgm:cxn modelId="{3011CA31-49FF-453A-8861-66A23F550F7F}" type="presOf" srcId="{D4EEC86E-95F1-442D-A077-7F45A42A84C3}" destId="{AAF336AE-FD91-4032-87B8-137BDCAE9C11}" srcOrd="0" destOrd="0" presId="urn:microsoft.com/office/officeart/2005/8/layout/hierarchy3"/>
    <dgm:cxn modelId="{C3F9F888-793D-4C08-815A-9FB4000C4AAD}" type="presOf" srcId="{9A72323F-7195-469C-A1F3-A83D1677AE19}" destId="{EAD1C4BB-DD20-48E0-9D73-486ADBC47A03}" srcOrd="0" destOrd="0" presId="urn:microsoft.com/office/officeart/2005/8/layout/hierarchy3"/>
    <dgm:cxn modelId="{D53783B5-D318-41E3-AE93-E586B186647D}" type="presOf" srcId="{A50A3DD7-D61B-491E-A23C-7520BDD3E7CC}" destId="{54114C60-419C-4A6E-AAFB-17D7CD504238}" srcOrd="0" destOrd="0" presId="urn:microsoft.com/office/officeart/2005/8/layout/hierarchy3"/>
    <dgm:cxn modelId="{B0D3EA71-3339-4260-923F-0AD16AD44FA5}" srcId="{A50A3DD7-D61B-491E-A23C-7520BDD3E7CC}" destId="{964F5922-47D6-487E-BFB9-F365C508BD25}" srcOrd="1" destOrd="0" parTransId="{BF6F1626-64BF-4E00-9E8B-6A181C4CFF6B}" sibTransId="{7181F39E-42CB-4E0F-B885-68D701E65B84}"/>
    <dgm:cxn modelId="{9B244EA4-6821-476F-9531-16C33FAFDC17}" type="presOf" srcId="{CA9AD6F6-2DFA-42BB-AC2D-CEB1766E6184}" destId="{1705DBFE-C4E2-472F-9C53-2AF02839FCCE}" srcOrd="0" destOrd="0" presId="urn:microsoft.com/office/officeart/2005/8/layout/hierarchy3"/>
    <dgm:cxn modelId="{522A264F-1031-44AA-A517-E4449E3E6622}" type="presOf" srcId="{964F5922-47D6-487E-BFB9-F365C508BD25}" destId="{31B9308E-9747-4FF4-AD90-B5FA239F3EDD}" srcOrd="0" destOrd="0" presId="urn:microsoft.com/office/officeart/2005/8/layout/hierarchy3"/>
    <dgm:cxn modelId="{C64CAA6F-FE7B-4ED3-B353-409217FCC959}" srcId="{CB756A53-26A3-4314-ABCD-50656AD02D8F}" destId="{3F9B8629-27C5-4C6C-9211-A7F2DB773720}" srcOrd="0" destOrd="0" parTransId="{4443F8B0-9602-41D3-930E-209D096E0678}" sibTransId="{6C15E90A-2794-4758-A2EB-9486E58A6289}"/>
    <dgm:cxn modelId="{42A4842E-1AD2-4CF0-8206-4855285F44AF}" type="presOf" srcId="{CB756A53-26A3-4314-ABCD-50656AD02D8F}" destId="{71548241-E0FA-414B-AC4F-CA5A8271BDA2}" srcOrd="0" destOrd="0" presId="urn:microsoft.com/office/officeart/2005/8/layout/hierarchy3"/>
    <dgm:cxn modelId="{59FC473A-6CC2-4B76-80A4-2E01B1EE5F09}" srcId="{3F9B8629-27C5-4C6C-9211-A7F2DB773720}" destId="{D4EEC86E-95F1-442D-A077-7F45A42A84C3}" srcOrd="0" destOrd="0" parTransId="{93E79A12-69F2-4DD6-9512-464554492C90}" sibTransId="{6D3EECF9-FD18-4D98-A5B2-EDC326A92FF4}"/>
    <dgm:cxn modelId="{7550C825-A6AC-4121-AE7C-4C0FF1AA132A}" type="presParOf" srcId="{71548241-E0FA-414B-AC4F-CA5A8271BDA2}" destId="{56843DF8-F83F-4B60-B1B7-C7FE9B3EA68A}" srcOrd="0" destOrd="0" presId="urn:microsoft.com/office/officeart/2005/8/layout/hierarchy3"/>
    <dgm:cxn modelId="{46BF2D48-85EE-44E3-9686-341E2F332540}" type="presParOf" srcId="{56843DF8-F83F-4B60-B1B7-C7FE9B3EA68A}" destId="{3BA37BC5-7035-495F-8C8B-E83CD1B638FF}" srcOrd="0" destOrd="0" presId="urn:microsoft.com/office/officeart/2005/8/layout/hierarchy3"/>
    <dgm:cxn modelId="{1BF27809-08B9-4A83-8E5D-307B7C13B3E9}" type="presParOf" srcId="{3BA37BC5-7035-495F-8C8B-E83CD1B638FF}" destId="{4D8C7FC5-B09C-461D-B921-A470E3663E28}" srcOrd="0" destOrd="0" presId="urn:microsoft.com/office/officeart/2005/8/layout/hierarchy3"/>
    <dgm:cxn modelId="{5255A682-31A8-4178-B09C-7313FDA5B863}" type="presParOf" srcId="{3BA37BC5-7035-495F-8C8B-E83CD1B638FF}" destId="{F3B442F2-6DD1-4768-A1D4-4B036E993E4D}" srcOrd="1" destOrd="0" presId="urn:microsoft.com/office/officeart/2005/8/layout/hierarchy3"/>
    <dgm:cxn modelId="{9704C869-9E5E-4184-84B8-A052538E155A}" type="presParOf" srcId="{56843DF8-F83F-4B60-B1B7-C7FE9B3EA68A}" destId="{50875FA8-83E1-4DE0-A249-EF1F69D716CA}" srcOrd="1" destOrd="0" presId="urn:microsoft.com/office/officeart/2005/8/layout/hierarchy3"/>
    <dgm:cxn modelId="{78573381-7B7D-42D9-BFB3-60D8ED9BC9D9}" type="presParOf" srcId="{50875FA8-83E1-4DE0-A249-EF1F69D716CA}" destId="{01474E15-4D5B-48A3-B2D3-D10BEF9047E1}" srcOrd="0" destOrd="0" presId="urn:microsoft.com/office/officeart/2005/8/layout/hierarchy3"/>
    <dgm:cxn modelId="{2F114E80-81A3-4EC0-AFA9-7968379DE14C}" type="presParOf" srcId="{50875FA8-83E1-4DE0-A249-EF1F69D716CA}" destId="{AAF336AE-FD91-4032-87B8-137BDCAE9C11}" srcOrd="1" destOrd="0" presId="urn:microsoft.com/office/officeart/2005/8/layout/hierarchy3"/>
    <dgm:cxn modelId="{67DC3480-69AD-41A9-8651-38CCFD4BA15A}" type="presParOf" srcId="{50875FA8-83E1-4DE0-A249-EF1F69D716CA}" destId="{31916B33-3AF8-420C-88D7-7B5C3B759454}" srcOrd="2" destOrd="0" presId="urn:microsoft.com/office/officeart/2005/8/layout/hierarchy3"/>
    <dgm:cxn modelId="{D551746A-2E9A-4120-88FD-8CB50DEBB60E}" type="presParOf" srcId="{50875FA8-83E1-4DE0-A249-EF1F69D716CA}" destId="{EAD1C4BB-DD20-48E0-9D73-486ADBC47A03}" srcOrd="3" destOrd="0" presId="urn:microsoft.com/office/officeart/2005/8/layout/hierarchy3"/>
    <dgm:cxn modelId="{CFE1AE28-35FF-4B55-9A8A-14CB48E26C5D}" type="presParOf" srcId="{71548241-E0FA-414B-AC4F-CA5A8271BDA2}" destId="{AE291F04-3F6E-4289-B6EC-CEE6D7FEA478}" srcOrd="1" destOrd="0" presId="urn:microsoft.com/office/officeart/2005/8/layout/hierarchy3"/>
    <dgm:cxn modelId="{8CFF043A-C9F7-46FB-B569-82C2FC158C26}" type="presParOf" srcId="{AE291F04-3F6E-4289-B6EC-CEE6D7FEA478}" destId="{B9D4FDD1-0E87-4234-A709-0BF092536E3B}" srcOrd="0" destOrd="0" presId="urn:microsoft.com/office/officeart/2005/8/layout/hierarchy3"/>
    <dgm:cxn modelId="{24105750-21EA-4283-8FD4-74843C7F497B}" type="presParOf" srcId="{B9D4FDD1-0E87-4234-A709-0BF092536E3B}" destId="{54114C60-419C-4A6E-AAFB-17D7CD504238}" srcOrd="0" destOrd="0" presId="urn:microsoft.com/office/officeart/2005/8/layout/hierarchy3"/>
    <dgm:cxn modelId="{6B922F69-A53A-4F25-B521-201F6C491446}" type="presParOf" srcId="{B9D4FDD1-0E87-4234-A709-0BF092536E3B}" destId="{9F9D24D2-397B-420D-AEAD-38C01AD0366F}" srcOrd="1" destOrd="0" presId="urn:microsoft.com/office/officeart/2005/8/layout/hierarchy3"/>
    <dgm:cxn modelId="{60222512-0488-4C9A-88F3-E50DF4507C7F}" type="presParOf" srcId="{AE291F04-3F6E-4289-B6EC-CEE6D7FEA478}" destId="{57DE0AC7-A4A7-40CC-AE22-6EE957AA34B6}" srcOrd="1" destOrd="0" presId="urn:microsoft.com/office/officeart/2005/8/layout/hierarchy3"/>
    <dgm:cxn modelId="{2BBB555B-46B7-472A-A49B-5159FDB8D897}" type="presParOf" srcId="{57DE0AC7-A4A7-40CC-AE22-6EE957AA34B6}" destId="{E090B83E-4137-46C8-BF89-DF2565F5F916}" srcOrd="0" destOrd="0" presId="urn:microsoft.com/office/officeart/2005/8/layout/hierarchy3"/>
    <dgm:cxn modelId="{C6C79097-3D16-4BAC-B42C-EDE9D0084A2D}" type="presParOf" srcId="{57DE0AC7-A4A7-40CC-AE22-6EE957AA34B6}" destId="{1705DBFE-C4E2-472F-9C53-2AF02839FCCE}" srcOrd="1" destOrd="0" presId="urn:microsoft.com/office/officeart/2005/8/layout/hierarchy3"/>
    <dgm:cxn modelId="{0DFC325C-AE28-4E4A-816F-80A0269CB17C}" type="presParOf" srcId="{57DE0AC7-A4A7-40CC-AE22-6EE957AA34B6}" destId="{5B5B8FBC-B191-48BF-BA84-D7371937FCBF}" srcOrd="2" destOrd="0" presId="urn:microsoft.com/office/officeart/2005/8/layout/hierarchy3"/>
    <dgm:cxn modelId="{D632E256-07E2-4CB5-BCC4-61848E6A0BEA}" type="presParOf" srcId="{57DE0AC7-A4A7-40CC-AE22-6EE957AA34B6}" destId="{31B9308E-9747-4FF4-AD90-B5FA239F3EDD}"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D71200-B181-492D-A98C-8A92E28DCA2E}" type="doc">
      <dgm:prSet loTypeId="urn:microsoft.com/office/officeart/2005/8/layout/vList3" loCatId="list" qsTypeId="urn:microsoft.com/office/officeart/2005/8/quickstyle/simple1" qsCatId="simple" csTypeId="urn:microsoft.com/office/officeart/2005/8/colors/accent1_2" csCatId="accent1" phldr="1"/>
      <dgm:spPr/>
    </dgm:pt>
    <dgm:pt modelId="{826B91A5-F7D5-49D9-86D4-E5A213482138}">
      <dgm:prSet phldrT="[Text]"/>
      <dgm:spPr/>
      <dgm:t>
        <a:bodyPr/>
        <a:lstStyle/>
        <a:p>
          <a:r>
            <a:rPr lang="en-IN" dirty="0" smtClean="0"/>
            <a:t>Medical drive</a:t>
          </a:r>
          <a:endParaRPr lang="en-IN" dirty="0"/>
        </a:p>
      </dgm:t>
    </dgm:pt>
    <dgm:pt modelId="{F72D9F86-10D4-4020-9EEB-A10466977D6A}" type="parTrans" cxnId="{6234653B-F185-47A4-A7D6-A879373B322A}">
      <dgm:prSet/>
      <dgm:spPr/>
      <dgm:t>
        <a:bodyPr/>
        <a:lstStyle/>
        <a:p>
          <a:endParaRPr lang="en-IN"/>
        </a:p>
      </dgm:t>
    </dgm:pt>
    <dgm:pt modelId="{1F85E80E-3664-4034-8565-F674CCE7997C}" type="sibTrans" cxnId="{6234653B-F185-47A4-A7D6-A879373B322A}">
      <dgm:prSet/>
      <dgm:spPr/>
      <dgm:t>
        <a:bodyPr/>
        <a:lstStyle/>
        <a:p>
          <a:endParaRPr lang="en-IN"/>
        </a:p>
      </dgm:t>
    </dgm:pt>
    <dgm:pt modelId="{32888810-801C-468F-B1E7-69F4EAD082A5}">
      <dgm:prSet phldrT="[Text]"/>
      <dgm:spPr/>
      <dgm:t>
        <a:bodyPr/>
        <a:lstStyle/>
        <a:p>
          <a:r>
            <a:rPr lang="en-IN" dirty="0" smtClean="0"/>
            <a:t>Biogas</a:t>
          </a:r>
          <a:endParaRPr lang="en-IN" dirty="0"/>
        </a:p>
      </dgm:t>
    </dgm:pt>
    <dgm:pt modelId="{2B606A48-03EC-4EF1-9863-1A15FF93998F}" type="parTrans" cxnId="{66509195-636B-4E3D-9561-140DA3898DDC}">
      <dgm:prSet/>
      <dgm:spPr/>
      <dgm:t>
        <a:bodyPr/>
        <a:lstStyle/>
        <a:p>
          <a:endParaRPr lang="en-IN"/>
        </a:p>
      </dgm:t>
    </dgm:pt>
    <dgm:pt modelId="{E9CA6BBF-90C1-49A7-BBAC-AA164AEF7F8F}" type="sibTrans" cxnId="{66509195-636B-4E3D-9561-140DA3898DDC}">
      <dgm:prSet/>
      <dgm:spPr/>
      <dgm:t>
        <a:bodyPr/>
        <a:lstStyle/>
        <a:p>
          <a:endParaRPr lang="en-IN"/>
        </a:p>
      </dgm:t>
    </dgm:pt>
    <dgm:pt modelId="{9C54CCA7-DC68-4537-9661-D3C5C4EEC1DE}">
      <dgm:prSet phldrT="[Text]"/>
      <dgm:spPr/>
      <dgm:t>
        <a:bodyPr/>
        <a:lstStyle/>
        <a:p>
          <a:r>
            <a:rPr lang="en-IN" dirty="0" smtClean="0"/>
            <a:t>Seminar</a:t>
          </a:r>
          <a:endParaRPr lang="en-IN" dirty="0"/>
        </a:p>
      </dgm:t>
    </dgm:pt>
    <dgm:pt modelId="{14E71BEE-3CE8-4E4C-B671-9E465343E6CB}" type="parTrans" cxnId="{AC77CED3-0A81-4F52-9523-9BF2EEE0A237}">
      <dgm:prSet/>
      <dgm:spPr/>
      <dgm:t>
        <a:bodyPr/>
        <a:lstStyle/>
        <a:p>
          <a:endParaRPr lang="en-IN"/>
        </a:p>
      </dgm:t>
    </dgm:pt>
    <dgm:pt modelId="{7F6E8CED-90A4-42B9-89B4-85035A7740C4}" type="sibTrans" cxnId="{AC77CED3-0A81-4F52-9523-9BF2EEE0A237}">
      <dgm:prSet/>
      <dgm:spPr/>
      <dgm:t>
        <a:bodyPr/>
        <a:lstStyle/>
        <a:p>
          <a:endParaRPr lang="en-IN"/>
        </a:p>
      </dgm:t>
    </dgm:pt>
    <dgm:pt modelId="{D4D8693A-3755-4B17-9455-E1EA83B41432}" type="pres">
      <dgm:prSet presAssocID="{1AD71200-B181-492D-A98C-8A92E28DCA2E}" presName="linearFlow" presStyleCnt="0">
        <dgm:presLayoutVars>
          <dgm:dir/>
          <dgm:resizeHandles val="exact"/>
        </dgm:presLayoutVars>
      </dgm:prSet>
      <dgm:spPr/>
    </dgm:pt>
    <dgm:pt modelId="{E99BA91C-E3D6-41BB-8B56-F9AC24CE1834}" type="pres">
      <dgm:prSet presAssocID="{826B91A5-F7D5-49D9-86D4-E5A213482138}" presName="composite" presStyleCnt="0"/>
      <dgm:spPr/>
    </dgm:pt>
    <dgm:pt modelId="{5E95F8E3-F563-4671-A838-B6BE4A60EA76}" type="pres">
      <dgm:prSet presAssocID="{826B91A5-F7D5-49D9-86D4-E5A213482138}" presName="imgShp" presStyleLbl="fgImgPlace1" presStyleIdx="0" presStyleCnt="3" custScaleX="380578" custScaleY="227623" custLinFactNeighborX="-54383" custLinFactNeighborY="3509"/>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dgm:spPr>
    </dgm:pt>
    <dgm:pt modelId="{99943C94-4E4A-4286-8F38-C58FDF5F0CB3}" type="pres">
      <dgm:prSet presAssocID="{826B91A5-F7D5-49D9-86D4-E5A213482138}" presName="txShp" presStyleLbl="node1" presStyleIdx="0" presStyleCnt="3" custLinFactNeighborX="5928" custLinFactNeighborY="8772">
        <dgm:presLayoutVars>
          <dgm:bulletEnabled val="1"/>
        </dgm:presLayoutVars>
      </dgm:prSet>
      <dgm:spPr/>
      <dgm:t>
        <a:bodyPr/>
        <a:lstStyle/>
        <a:p>
          <a:endParaRPr lang="en-US"/>
        </a:p>
      </dgm:t>
    </dgm:pt>
    <dgm:pt modelId="{FFBFA834-FF48-40ED-B10B-F77DD1EA1329}" type="pres">
      <dgm:prSet presAssocID="{1F85E80E-3664-4034-8565-F674CCE7997C}" presName="spacing" presStyleCnt="0"/>
      <dgm:spPr/>
    </dgm:pt>
    <dgm:pt modelId="{37D7FCEB-E3AD-4794-9AF5-A8860DF88256}" type="pres">
      <dgm:prSet presAssocID="{32888810-801C-468F-B1E7-69F4EAD082A5}" presName="composite" presStyleCnt="0"/>
      <dgm:spPr/>
    </dgm:pt>
    <dgm:pt modelId="{DD210B1B-FF67-42ED-AF1D-0E294D9429E2}" type="pres">
      <dgm:prSet presAssocID="{32888810-801C-468F-B1E7-69F4EAD082A5}" presName="imgShp" presStyleLbl="fgImgPlace1" presStyleIdx="1" presStyleCnt="3" custScaleX="349436" custScaleY="184414" custLinFactNeighborX="-45611"/>
      <dgm:spPr>
        <a:blipFill>
          <a:blip xmlns:r="http://schemas.openxmlformats.org/officeDocument/2006/relationships" r:embed="rId2">
            <a:extLst>
              <a:ext uri="{28A0092B-C50C-407E-A947-70E740481C1C}">
                <a14:useLocalDpi xmlns:a14="http://schemas.microsoft.com/office/drawing/2010/main" val="0"/>
              </a:ext>
            </a:extLst>
          </a:blip>
          <a:srcRect/>
          <a:stretch>
            <a:fillRect l="-18000" r="-18000"/>
          </a:stretch>
        </a:blipFill>
      </dgm:spPr>
    </dgm:pt>
    <dgm:pt modelId="{E9356F42-3918-4369-9236-F4D3F6EE078F}" type="pres">
      <dgm:prSet presAssocID="{32888810-801C-468F-B1E7-69F4EAD082A5}" presName="txShp" presStyleLbl="node1" presStyleIdx="1" presStyleCnt="3">
        <dgm:presLayoutVars>
          <dgm:bulletEnabled val="1"/>
        </dgm:presLayoutVars>
      </dgm:prSet>
      <dgm:spPr/>
      <dgm:t>
        <a:bodyPr/>
        <a:lstStyle/>
        <a:p>
          <a:endParaRPr lang="en-IN"/>
        </a:p>
      </dgm:t>
    </dgm:pt>
    <dgm:pt modelId="{7A7578C2-8791-4276-9B94-92D61AFB7CEF}" type="pres">
      <dgm:prSet presAssocID="{E9CA6BBF-90C1-49A7-BBAC-AA164AEF7F8F}" presName="spacing" presStyleCnt="0"/>
      <dgm:spPr/>
    </dgm:pt>
    <dgm:pt modelId="{D90EC2E9-95C1-45C1-A62F-D3D774D0EF66}" type="pres">
      <dgm:prSet presAssocID="{9C54CCA7-DC68-4537-9661-D3C5C4EEC1DE}" presName="composite" presStyleCnt="0"/>
      <dgm:spPr/>
    </dgm:pt>
    <dgm:pt modelId="{162A4551-FD81-4459-98E5-2F481C10B744}" type="pres">
      <dgm:prSet presAssocID="{9C54CCA7-DC68-4537-9661-D3C5C4EEC1DE}" presName="imgShp" presStyleLbl="fgImgPlace1" presStyleIdx="2" presStyleCnt="3" custScaleX="344644" custScaleY="198569" custLinFactNeighborX="-31577"/>
      <dgm:spPr>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dgm:spPr>
    </dgm:pt>
    <dgm:pt modelId="{85E7E900-9276-4201-8650-711B3BC3F270}" type="pres">
      <dgm:prSet presAssocID="{9C54CCA7-DC68-4537-9661-D3C5C4EEC1DE}" presName="txShp" presStyleLbl="node1" presStyleIdx="2" presStyleCnt="3">
        <dgm:presLayoutVars>
          <dgm:bulletEnabled val="1"/>
        </dgm:presLayoutVars>
      </dgm:prSet>
      <dgm:spPr/>
      <dgm:t>
        <a:bodyPr/>
        <a:lstStyle/>
        <a:p>
          <a:endParaRPr lang="en-IN"/>
        </a:p>
      </dgm:t>
    </dgm:pt>
  </dgm:ptLst>
  <dgm:cxnLst>
    <dgm:cxn modelId="{A35F8FE1-4556-4F78-A1AA-7A9A124152AD}" type="presOf" srcId="{9C54CCA7-DC68-4537-9661-D3C5C4EEC1DE}" destId="{85E7E900-9276-4201-8650-711B3BC3F270}" srcOrd="0" destOrd="0" presId="urn:microsoft.com/office/officeart/2005/8/layout/vList3"/>
    <dgm:cxn modelId="{66509195-636B-4E3D-9561-140DA3898DDC}" srcId="{1AD71200-B181-492D-A98C-8A92E28DCA2E}" destId="{32888810-801C-468F-B1E7-69F4EAD082A5}" srcOrd="1" destOrd="0" parTransId="{2B606A48-03EC-4EF1-9863-1A15FF93998F}" sibTransId="{E9CA6BBF-90C1-49A7-BBAC-AA164AEF7F8F}"/>
    <dgm:cxn modelId="{0A1CD7C2-5DA7-4ECE-A70B-8B3775932B84}" type="presOf" srcId="{1AD71200-B181-492D-A98C-8A92E28DCA2E}" destId="{D4D8693A-3755-4B17-9455-E1EA83B41432}" srcOrd="0" destOrd="0" presId="urn:microsoft.com/office/officeart/2005/8/layout/vList3"/>
    <dgm:cxn modelId="{6234653B-F185-47A4-A7D6-A879373B322A}" srcId="{1AD71200-B181-492D-A98C-8A92E28DCA2E}" destId="{826B91A5-F7D5-49D9-86D4-E5A213482138}" srcOrd="0" destOrd="0" parTransId="{F72D9F86-10D4-4020-9EEB-A10466977D6A}" sibTransId="{1F85E80E-3664-4034-8565-F674CCE7997C}"/>
    <dgm:cxn modelId="{AC77CED3-0A81-4F52-9523-9BF2EEE0A237}" srcId="{1AD71200-B181-492D-A98C-8A92E28DCA2E}" destId="{9C54CCA7-DC68-4537-9661-D3C5C4EEC1DE}" srcOrd="2" destOrd="0" parTransId="{14E71BEE-3CE8-4E4C-B671-9E465343E6CB}" sibTransId="{7F6E8CED-90A4-42B9-89B4-85035A7740C4}"/>
    <dgm:cxn modelId="{396957C2-66B1-4603-9458-467C9D9804A6}" type="presOf" srcId="{826B91A5-F7D5-49D9-86D4-E5A213482138}" destId="{99943C94-4E4A-4286-8F38-C58FDF5F0CB3}" srcOrd="0" destOrd="0" presId="urn:microsoft.com/office/officeart/2005/8/layout/vList3"/>
    <dgm:cxn modelId="{8B7EC584-9664-4409-856E-799244688548}" type="presOf" srcId="{32888810-801C-468F-B1E7-69F4EAD082A5}" destId="{E9356F42-3918-4369-9236-F4D3F6EE078F}" srcOrd="0" destOrd="0" presId="urn:microsoft.com/office/officeart/2005/8/layout/vList3"/>
    <dgm:cxn modelId="{CDD9D9E9-1137-422E-AB9E-45877859387C}" type="presParOf" srcId="{D4D8693A-3755-4B17-9455-E1EA83B41432}" destId="{E99BA91C-E3D6-41BB-8B56-F9AC24CE1834}" srcOrd="0" destOrd="0" presId="urn:microsoft.com/office/officeart/2005/8/layout/vList3"/>
    <dgm:cxn modelId="{5FC3802E-D5B3-4F14-8584-EFB296D75E0A}" type="presParOf" srcId="{E99BA91C-E3D6-41BB-8B56-F9AC24CE1834}" destId="{5E95F8E3-F563-4671-A838-B6BE4A60EA76}" srcOrd="0" destOrd="0" presId="urn:microsoft.com/office/officeart/2005/8/layout/vList3"/>
    <dgm:cxn modelId="{6948D61F-5185-463C-9095-F7628DCCB939}" type="presParOf" srcId="{E99BA91C-E3D6-41BB-8B56-F9AC24CE1834}" destId="{99943C94-4E4A-4286-8F38-C58FDF5F0CB3}" srcOrd="1" destOrd="0" presId="urn:microsoft.com/office/officeart/2005/8/layout/vList3"/>
    <dgm:cxn modelId="{91DBA2A5-2555-4DA2-A877-9E4B1ED415E1}" type="presParOf" srcId="{D4D8693A-3755-4B17-9455-E1EA83B41432}" destId="{FFBFA834-FF48-40ED-B10B-F77DD1EA1329}" srcOrd="1" destOrd="0" presId="urn:microsoft.com/office/officeart/2005/8/layout/vList3"/>
    <dgm:cxn modelId="{C4360328-79ED-4724-8D32-F572FDE4DD78}" type="presParOf" srcId="{D4D8693A-3755-4B17-9455-E1EA83B41432}" destId="{37D7FCEB-E3AD-4794-9AF5-A8860DF88256}" srcOrd="2" destOrd="0" presId="urn:microsoft.com/office/officeart/2005/8/layout/vList3"/>
    <dgm:cxn modelId="{F98DCD04-4FA3-4520-8B8A-63A36C0B5E1A}" type="presParOf" srcId="{37D7FCEB-E3AD-4794-9AF5-A8860DF88256}" destId="{DD210B1B-FF67-42ED-AF1D-0E294D9429E2}" srcOrd="0" destOrd="0" presId="urn:microsoft.com/office/officeart/2005/8/layout/vList3"/>
    <dgm:cxn modelId="{1171422E-8F4F-4809-8C4C-4A6FC4808254}" type="presParOf" srcId="{37D7FCEB-E3AD-4794-9AF5-A8860DF88256}" destId="{E9356F42-3918-4369-9236-F4D3F6EE078F}" srcOrd="1" destOrd="0" presId="urn:microsoft.com/office/officeart/2005/8/layout/vList3"/>
    <dgm:cxn modelId="{FE318405-C508-465B-882E-CB77A11DE31E}" type="presParOf" srcId="{D4D8693A-3755-4B17-9455-E1EA83B41432}" destId="{7A7578C2-8791-4276-9B94-92D61AFB7CEF}" srcOrd="3" destOrd="0" presId="urn:microsoft.com/office/officeart/2005/8/layout/vList3"/>
    <dgm:cxn modelId="{5E6E72C1-B669-4F3B-B91F-37E4B24E6055}" type="presParOf" srcId="{D4D8693A-3755-4B17-9455-E1EA83B41432}" destId="{D90EC2E9-95C1-45C1-A62F-D3D774D0EF66}" srcOrd="4" destOrd="0" presId="urn:microsoft.com/office/officeart/2005/8/layout/vList3"/>
    <dgm:cxn modelId="{FA35900A-5BFB-4779-9185-332B38FB088B}" type="presParOf" srcId="{D90EC2E9-95C1-45C1-A62F-D3D774D0EF66}" destId="{162A4551-FD81-4459-98E5-2F481C10B744}" srcOrd="0" destOrd="0" presId="urn:microsoft.com/office/officeart/2005/8/layout/vList3"/>
    <dgm:cxn modelId="{5E2DC98F-95CE-4CD0-BE8A-2BBE0B594927}" type="presParOf" srcId="{D90EC2E9-95C1-45C1-A62F-D3D774D0EF66}" destId="{85E7E900-9276-4201-8650-711B3BC3F270}"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23D008D-10D8-46C8-BF87-2C658FAB00E8}"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IN"/>
        </a:p>
      </dgm:t>
    </dgm:pt>
    <dgm:pt modelId="{13796F25-786E-401E-9432-A607F2E3EAB9}">
      <dgm:prSet phldrT="[Text]"/>
      <dgm:spPr/>
      <dgm:t>
        <a:bodyPr/>
        <a:lstStyle/>
        <a:p>
          <a:r>
            <a:rPr lang="en-IN" dirty="0" smtClean="0"/>
            <a:t>Gopali Bio Gas Plant </a:t>
          </a:r>
        </a:p>
        <a:p>
          <a:endParaRPr lang="en-IN" dirty="0">
            <a:solidFill>
              <a:srgbClr val="FF0000"/>
            </a:solidFill>
          </a:endParaRPr>
        </a:p>
      </dgm:t>
    </dgm:pt>
    <dgm:pt modelId="{2B3EEF4D-8069-47C0-AF09-48B1E608FAEE}" type="parTrans" cxnId="{E8F08346-58CB-4FD1-849D-EA620B9EAD5B}">
      <dgm:prSet/>
      <dgm:spPr/>
      <dgm:t>
        <a:bodyPr/>
        <a:lstStyle/>
        <a:p>
          <a:endParaRPr lang="en-IN"/>
        </a:p>
      </dgm:t>
    </dgm:pt>
    <dgm:pt modelId="{154764F6-754D-4757-BC30-77147D920DEF}" type="sibTrans" cxnId="{E8F08346-58CB-4FD1-849D-EA620B9EAD5B}">
      <dgm:prSet/>
      <dgm:spPr/>
      <dgm:t>
        <a:bodyPr/>
        <a:lstStyle/>
        <a:p>
          <a:endParaRPr lang="en-IN"/>
        </a:p>
      </dgm:t>
    </dgm:pt>
    <dgm:pt modelId="{14F9139B-77F8-4F4A-BA6C-CBB2336D7779}">
      <dgm:prSet phldrT="[Text]" custT="1"/>
      <dgm:spPr/>
      <dgm:t>
        <a:bodyPr/>
        <a:lstStyle/>
        <a:p>
          <a:r>
            <a:rPr lang="en-IN" sz="1600" dirty="0" smtClean="0"/>
            <a:t>Planted at an orphanage of 50 heads</a:t>
          </a:r>
          <a:endParaRPr lang="en-IN" sz="1600" dirty="0"/>
        </a:p>
      </dgm:t>
    </dgm:pt>
    <dgm:pt modelId="{44FC5F86-8B35-4A59-AA1C-CA8D64C3AEB9}" type="parTrans" cxnId="{3D915F1E-6B7B-47F1-A603-7FEB497299EC}">
      <dgm:prSet/>
      <dgm:spPr/>
      <dgm:t>
        <a:bodyPr/>
        <a:lstStyle/>
        <a:p>
          <a:endParaRPr lang="en-IN"/>
        </a:p>
      </dgm:t>
    </dgm:pt>
    <dgm:pt modelId="{F2EBB826-9381-4B9A-8FD5-AE0F5A314BE5}" type="sibTrans" cxnId="{3D915F1E-6B7B-47F1-A603-7FEB497299EC}">
      <dgm:prSet/>
      <dgm:spPr/>
      <dgm:t>
        <a:bodyPr/>
        <a:lstStyle/>
        <a:p>
          <a:endParaRPr lang="en-IN"/>
        </a:p>
      </dgm:t>
    </dgm:pt>
    <dgm:pt modelId="{925ADA0E-2C3F-4003-B55D-7A5EEE534A72}">
      <dgm:prSet phldrT="[Text]" custT="1"/>
      <dgm:spPr/>
      <dgm:t>
        <a:bodyPr/>
        <a:lstStyle/>
        <a:p>
          <a:endParaRPr lang="en-IN" sz="1600" dirty="0"/>
        </a:p>
      </dgm:t>
    </dgm:pt>
    <dgm:pt modelId="{73513BA2-3669-4116-8FDB-296AE670B30F}" type="parTrans" cxnId="{710953AA-45A9-4F59-9FFD-933A0C493B6C}">
      <dgm:prSet/>
      <dgm:spPr/>
      <dgm:t>
        <a:bodyPr/>
        <a:lstStyle/>
        <a:p>
          <a:endParaRPr lang="en-IN"/>
        </a:p>
      </dgm:t>
    </dgm:pt>
    <dgm:pt modelId="{7E62AF30-3639-49D4-A9FF-9955ABDA626A}" type="sibTrans" cxnId="{710953AA-45A9-4F59-9FFD-933A0C493B6C}">
      <dgm:prSet/>
      <dgm:spPr/>
      <dgm:t>
        <a:bodyPr/>
        <a:lstStyle/>
        <a:p>
          <a:endParaRPr lang="en-IN"/>
        </a:p>
      </dgm:t>
    </dgm:pt>
    <dgm:pt modelId="{971C0038-7F04-4BAF-8784-907391EB89FD}">
      <dgm:prSet phldrT="[Text]"/>
      <dgm:spPr/>
      <dgm:t>
        <a:bodyPr/>
        <a:lstStyle/>
        <a:p>
          <a:r>
            <a:rPr lang="en-IN" dirty="0" smtClean="0"/>
            <a:t>Pooriapara Biogas Plant</a:t>
          </a:r>
        </a:p>
        <a:p>
          <a:endParaRPr lang="en-IN" dirty="0"/>
        </a:p>
      </dgm:t>
    </dgm:pt>
    <dgm:pt modelId="{FA10667B-2528-442B-9C0F-343AE52C8886}" type="parTrans" cxnId="{51754F79-FC1C-460A-BA2D-D30F4C6D3CFD}">
      <dgm:prSet/>
      <dgm:spPr/>
      <dgm:t>
        <a:bodyPr/>
        <a:lstStyle/>
        <a:p>
          <a:endParaRPr lang="en-IN"/>
        </a:p>
      </dgm:t>
    </dgm:pt>
    <dgm:pt modelId="{D91BBEFC-8086-4258-8BA3-2A4923CE8D28}" type="sibTrans" cxnId="{51754F79-FC1C-460A-BA2D-D30F4C6D3CFD}">
      <dgm:prSet/>
      <dgm:spPr/>
      <dgm:t>
        <a:bodyPr/>
        <a:lstStyle/>
        <a:p>
          <a:endParaRPr lang="en-IN"/>
        </a:p>
      </dgm:t>
    </dgm:pt>
    <dgm:pt modelId="{1F40B89E-8F93-426A-86D2-3489698AB447}">
      <dgm:prSet phldrT="[Text]" custT="1"/>
      <dgm:spPr/>
      <dgm:t>
        <a:bodyPr/>
        <a:lstStyle/>
        <a:p>
          <a:r>
            <a:rPr lang="en-IN" sz="1600" dirty="0" smtClean="0"/>
            <a:t>Saves INR 10,000 / month by replacing the use of wood and LPG</a:t>
          </a:r>
          <a:endParaRPr lang="en-IN" sz="1600" dirty="0"/>
        </a:p>
      </dgm:t>
    </dgm:pt>
    <dgm:pt modelId="{B84DB935-C5CF-4460-B7D8-2051DFFE519E}" type="parTrans" cxnId="{A258775E-A9E4-4626-9115-C92231B5496C}">
      <dgm:prSet/>
      <dgm:spPr/>
      <dgm:t>
        <a:bodyPr/>
        <a:lstStyle/>
        <a:p>
          <a:endParaRPr lang="en-IN"/>
        </a:p>
      </dgm:t>
    </dgm:pt>
    <dgm:pt modelId="{2ACC338B-6F22-4C26-8504-CE88F0065E97}" type="sibTrans" cxnId="{A258775E-A9E4-4626-9115-C92231B5496C}">
      <dgm:prSet/>
      <dgm:spPr/>
      <dgm:t>
        <a:bodyPr/>
        <a:lstStyle/>
        <a:p>
          <a:endParaRPr lang="en-IN"/>
        </a:p>
      </dgm:t>
    </dgm:pt>
    <dgm:pt modelId="{D1036F4C-0B06-4CBF-ACF4-793481EFECC3}">
      <dgm:prSet phldrT="[Text]" custT="1"/>
      <dgm:spPr/>
      <dgm:t>
        <a:bodyPr/>
        <a:lstStyle/>
        <a:p>
          <a:endParaRPr lang="en-IN" sz="1600" dirty="0"/>
        </a:p>
      </dgm:t>
    </dgm:pt>
    <dgm:pt modelId="{60D3A8D0-4AEF-441A-87DC-F25D01A6D493}" type="parTrans" cxnId="{509AE0D3-C987-4EE6-AC43-A079A8723A82}">
      <dgm:prSet/>
      <dgm:spPr/>
      <dgm:t>
        <a:bodyPr/>
        <a:lstStyle/>
        <a:p>
          <a:endParaRPr lang="en-IN"/>
        </a:p>
      </dgm:t>
    </dgm:pt>
    <dgm:pt modelId="{29FF939A-38F3-4005-8812-2230CA9C3041}" type="sibTrans" cxnId="{509AE0D3-C987-4EE6-AC43-A079A8723A82}">
      <dgm:prSet/>
      <dgm:spPr/>
      <dgm:t>
        <a:bodyPr/>
        <a:lstStyle/>
        <a:p>
          <a:endParaRPr lang="en-IN"/>
        </a:p>
      </dgm:t>
    </dgm:pt>
    <dgm:pt modelId="{D2E3A529-FDC5-46C7-9BE4-3C03AB682CED}">
      <dgm:prSet phldrT="[Text]" custT="1"/>
      <dgm:spPr/>
      <dgm:t>
        <a:bodyPr/>
        <a:lstStyle/>
        <a:p>
          <a:endParaRPr lang="en-IN" sz="1600" dirty="0"/>
        </a:p>
      </dgm:t>
    </dgm:pt>
    <dgm:pt modelId="{84154D87-D31E-4C05-9305-99052F700AAA}" type="parTrans" cxnId="{9FC050AF-975A-4515-AE48-FAF46EA0BBB0}">
      <dgm:prSet/>
      <dgm:spPr/>
      <dgm:t>
        <a:bodyPr/>
        <a:lstStyle/>
        <a:p>
          <a:endParaRPr lang="en-US"/>
        </a:p>
      </dgm:t>
    </dgm:pt>
    <dgm:pt modelId="{3A42A152-F2FB-45DE-9819-B3F4D38DBFB8}" type="sibTrans" cxnId="{9FC050AF-975A-4515-AE48-FAF46EA0BBB0}">
      <dgm:prSet/>
      <dgm:spPr/>
      <dgm:t>
        <a:bodyPr/>
        <a:lstStyle/>
        <a:p>
          <a:endParaRPr lang="en-US"/>
        </a:p>
      </dgm:t>
    </dgm:pt>
    <dgm:pt modelId="{B20442DF-F0AD-4CD8-A974-3DAFDE6E767A}">
      <dgm:prSet phldrT="[Text]" custT="1"/>
      <dgm:spPr/>
      <dgm:t>
        <a:bodyPr/>
        <a:lstStyle/>
        <a:p>
          <a:endParaRPr lang="en-IN" sz="1600" dirty="0"/>
        </a:p>
      </dgm:t>
    </dgm:pt>
    <dgm:pt modelId="{75CD6BE0-2AFE-46C8-8331-BE2DC4E9556B}" type="sibTrans" cxnId="{8C1896A1-7B7E-4D87-9E76-7798CB85872B}">
      <dgm:prSet/>
      <dgm:spPr/>
      <dgm:t>
        <a:bodyPr/>
        <a:lstStyle/>
        <a:p>
          <a:endParaRPr lang="en-IN"/>
        </a:p>
      </dgm:t>
    </dgm:pt>
    <dgm:pt modelId="{E1D85DDA-CCAF-40E7-BA97-7E6CC0BF6B14}" type="parTrans" cxnId="{8C1896A1-7B7E-4D87-9E76-7798CB85872B}">
      <dgm:prSet/>
      <dgm:spPr/>
      <dgm:t>
        <a:bodyPr/>
        <a:lstStyle/>
        <a:p>
          <a:endParaRPr lang="en-IN"/>
        </a:p>
      </dgm:t>
    </dgm:pt>
    <dgm:pt modelId="{392051E4-9F5B-485E-BA7D-BB56D9090E7A}">
      <dgm:prSet phldrT="[Text]" custT="1"/>
      <dgm:spPr/>
      <dgm:t>
        <a:bodyPr/>
        <a:lstStyle/>
        <a:p>
          <a:endParaRPr lang="en-IN" sz="1600" dirty="0"/>
        </a:p>
      </dgm:t>
    </dgm:pt>
    <dgm:pt modelId="{C94AEDD9-42E5-4DE4-95CD-9846E3EE0F14}" type="sibTrans" cxnId="{B74532C4-838A-4364-B921-70C6761E1388}">
      <dgm:prSet/>
      <dgm:spPr/>
      <dgm:t>
        <a:bodyPr/>
        <a:lstStyle/>
        <a:p>
          <a:endParaRPr lang="en-IN"/>
        </a:p>
      </dgm:t>
    </dgm:pt>
    <dgm:pt modelId="{A7D85B02-67BB-440B-B2F3-6E9B7F5AF8E8}" type="parTrans" cxnId="{B74532C4-838A-4364-B921-70C6761E1388}">
      <dgm:prSet/>
      <dgm:spPr/>
      <dgm:t>
        <a:bodyPr/>
        <a:lstStyle/>
        <a:p>
          <a:endParaRPr lang="en-IN"/>
        </a:p>
      </dgm:t>
    </dgm:pt>
    <dgm:pt modelId="{99C337DB-495D-497C-9BE8-5299F6C20AED}">
      <dgm:prSet phldrT="[Text]" custT="1"/>
      <dgm:spPr/>
      <dgm:t>
        <a:bodyPr/>
        <a:lstStyle/>
        <a:p>
          <a:endParaRPr lang="en-IN" sz="1600" dirty="0"/>
        </a:p>
      </dgm:t>
    </dgm:pt>
    <dgm:pt modelId="{8A6B0AD4-766D-463B-BE3A-CF48E2D6392B}" type="sibTrans" cxnId="{C3B86D90-53D0-4445-AD59-7B23A274FF7B}">
      <dgm:prSet/>
      <dgm:spPr/>
      <dgm:t>
        <a:bodyPr/>
        <a:lstStyle/>
        <a:p>
          <a:endParaRPr lang="en-IN"/>
        </a:p>
      </dgm:t>
    </dgm:pt>
    <dgm:pt modelId="{41D7AF1E-7A4D-420D-A915-9F4679288CD2}" type="parTrans" cxnId="{C3B86D90-53D0-4445-AD59-7B23A274FF7B}">
      <dgm:prSet/>
      <dgm:spPr/>
      <dgm:t>
        <a:bodyPr/>
        <a:lstStyle/>
        <a:p>
          <a:endParaRPr lang="en-IN"/>
        </a:p>
      </dgm:t>
    </dgm:pt>
    <dgm:pt modelId="{0826803F-56CB-431F-BB33-F4817DB27B26}">
      <dgm:prSet phldrT="[Text]" custT="1"/>
      <dgm:spPr/>
      <dgm:t>
        <a:bodyPr/>
        <a:lstStyle/>
        <a:p>
          <a:r>
            <a:rPr lang="en-IN" sz="1600" dirty="0" smtClean="0"/>
            <a:t>To be Planted at village pooriapara</a:t>
          </a:r>
          <a:endParaRPr lang="en-IN" sz="1600" dirty="0"/>
        </a:p>
      </dgm:t>
    </dgm:pt>
    <dgm:pt modelId="{01ABFD53-04C6-4F71-899D-8B92492FCADB}" type="sibTrans" cxnId="{5EDB9518-7CC3-4BFC-9A19-1720555122D7}">
      <dgm:prSet/>
      <dgm:spPr/>
      <dgm:t>
        <a:bodyPr/>
        <a:lstStyle/>
        <a:p>
          <a:endParaRPr lang="en-IN"/>
        </a:p>
      </dgm:t>
    </dgm:pt>
    <dgm:pt modelId="{A3066B08-830C-4C69-B829-E177A6502374}" type="parTrans" cxnId="{5EDB9518-7CC3-4BFC-9A19-1720555122D7}">
      <dgm:prSet/>
      <dgm:spPr/>
      <dgm:t>
        <a:bodyPr/>
        <a:lstStyle/>
        <a:p>
          <a:endParaRPr lang="en-IN"/>
        </a:p>
      </dgm:t>
    </dgm:pt>
    <dgm:pt modelId="{F764B7D7-33A8-4CA6-A194-8CDA1FE00200}">
      <dgm:prSet phldrT="[Text]" custT="1"/>
      <dgm:spPr/>
      <dgm:t>
        <a:bodyPr/>
        <a:lstStyle/>
        <a:p>
          <a:r>
            <a:rPr lang="en-IN" sz="1600" dirty="0" smtClean="0"/>
            <a:t>A Naxalite area far from cities and out of reach of govt. plans </a:t>
          </a:r>
          <a:endParaRPr lang="en-IN" sz="1600" dirty="0"/>
        </a:p>
      </dgm:t>
    </dgm:pt>
    <dgm:pt modelId="{2B1863A3-8A9D-4108-BE2E-552299C81591}" type="sibTrans" cxnId="{3F9D8E05-1339-4378-95A1-C0745FFF7296}">
      <dgm:prSet/>
      <dgm:spPr/>
      <dgm:t>
        <a:bodyPr/>
        <a:lstStyle/>
        <a:p>
          <a:endParaRPr lang="en-US"/>
        </a:p>
      </dgm:t>
    </dgm:pt>
    <dgm:pt modelId="{8D656858-86F0-4B7E-A44C-590B5D53B38F}" type="parTrans" cxnId="{3F9D8E05-1339-4378-95A1-C0745FFF7296}">
      <dgm:prSet/>
      <dgm:spPr/>
      <dgm:t>
        <a:bodyPr/>
        <a:lstStyle/>
        <a:p>
          <a:endParaRPr lang="en-US"/>
        </a:p>
      </dgm:t>
    </dgm:pt>
    <dgm:pt modelId="{A03EDCC1-E2BB-434D-B8A8-892D366D4C97}">
      <dgm:prSet phldrT="[Text]" custT="1"/>
      <dgm:spPr/>
      <dgm:t>
        <a:bodyPr/>
        <a:lstStyle/>
        <a:p>
          <a:r>
            <a:rPr lang="en-IN" sz="1600" dirty="0" smtClean="0"/>
            <a:t>Expected savings: INR 15,000 / month</a:t>
          </a:r>
          <a:endParaRPr lang="en-IN" sz="1600" dirty="0"/>
        </a:p>
      </dgm:t>
    </dgm:pt>
    <dgm:pt modelId="{55C1A54E-02C2-463F-B29B-9A5ED7CEC175}" type="parTrans" cxnId="{2CD56228-5738-4403-844E-65075289BF6D}">
      <dgm:prSet/>
      <dgm:spPr/>
      <dgm:t>
        <a:bodyPr/>
        <a:lstStyle/>
        <a:p>
          <a:endParaRPr lang="en-US"/>
        </a:p>
      </dgm:t>
    </dgm:pt>
    <dgm:pt modelId="{CE0938F3-3ADE-4871-BD07-5435C7E1C9EC}" type="sibTrans" cxnId="{2CD56228-5738-4403-844E-65075289BF6D}">
      <dgm:prSet/>
      <dgm:spPr/>
      <dgm:t>
        <a:bodyPr/>
        <a:lstStyle/>
        <a:p>
          <a:endParaRPr lang="en-US"/>
        </a:p>
      </dgm:t>
    </dgm:pt>
    <dgm:pt modelId="{FC62E0FB-F076-4093-B0F5-735D94998FDB}" type="pres">
      <dgm:prSet presAssocID="{E23D008D-10D8-46C8-BF87-2C658FAB00E8}" presName="Name0" presStyleCnt="0">
        <dgm:presLayoutVars>
          <dgm:dir/>
          <dgm:animLvl val="lvl"/>
          <dgm:resizeHandles/>
        </dgm:presLayoutVars>
      </dgm:prSet>
      <dgm:spPr/>
      <dgm:t>
        <a:bodyPr/>
        <a:lstStyle/>
        <a:p>
          <a:endParaRPr lang="en-US"/>
        </a:p>
      </dgm:t>
    </dgm:pt>
    <dgm:pt modelId="{F6F21664-E170-4983-97B4-89476DB087B5}" type="pres">
      <dgm:prSet presAssocID="{13796F25-786E-401E-9432-A607F2E3EAB9}" presName="linNode" presStyleCnt="0"/>
      <dgm:spPr/>
    </dgm:pt>
    <dgm:pt modelId="{1E21C188-0305-4ECA-B965-25021D7D1BAC}" type="pres">
      <dgm:prSet presAssocID="{13796F25-786E-401E-9432-A607F2E3EAB9}" presName="parentShp" presStyleLbl="node1" presStyleIdx="0" presStyleCnt="2" custScaleY="84333">
        <dgm:presLayoutVars>
          <dgm:bulletEnabled val="1"/>
        </dgm:presLayoutVars>
      </dgm:prSet>
      <dgm:spPr/>
      <dgm:t>
        <a:bodyPr/>
        <a:lstStyle/>
        <a:p>
          <a:endParaRPr lang="en-IN"/>
        </a:p>
      </dgm:t>
    </dgm:pt>
    <dgm:pt modelId="{C55D6417-0A35-417A-B07F-4A751C343214}" type="pres">
      <dgm:prSet presAssocID="{13796F25-786E-401E-9432-A607F2E3EAB9}" presName="childShp" presStyleLbl="bgAccFollowNode1" presStyleIdx="0" presStyleCnt="2" custScaleY="74019">
        <dgm:presLayoutVars>
          <dgm:bulletEnabled val="1"/>
        </dgm:presLayoutVars>
      </dgm:prSet>
      <dgm:spPr/>
      <dgm:t>
        <a:bodyPr/>
        <a:lstStyle/>
        <a:p>
          <a:endParaRPr lang="en-IN"/>
        </a:p>
      </dgm:t>
    </dgm:pt>
    <dgm:pt modelId="{34E1E585-B20D-4C8C-B90B-B43CBC791FDE}" type="pres">
      <dgm:prSet presAssocID="{154764F6-754D-4757-BC30-77147D920DEF}" presName="spacing" presStyleCnt="0"/>
      <dgm:spPr/>
    </dgm:pt>
    <dgm:pt modelId="{2420997A-F0D3-4764-8B48-2328EE0684FA}" type="pres">
      <dgm:prSet presAssocID="{971C0038-7F04-4BAF-8784-907391EB89FD}" presName="linNode" presStyleCnt="0"/>
      <dgm:spPr/>
    </dgm:pt>
    <dgm:pt modelId="{5373042A-6314-47A7-8B09-FF9B5557F236}" type="pres">
      <dgm:prSet presAssocID="{971C0038-7F04-4BAF-8784-907391EB89FD}" presName="parentShp" presStyleLbl="node1" presStyleIdx="1" presStyleCnt="2" custScaleY="72186">
        <dgm:presLayoutVars>
          <dgm:bulletEnabled val="1"/>
        </dgm:presLayoutVars>
      </dgm:prSet>
      <dgm:spPr/>
      <dgm:t>
        <a:bodyPr/>
        <a:lstStyle/>
        <a:p>
          <a:endParaRPr lang="en-IN"/>
        </a:p>
      </dgm:t>
    </dgm:pt>
    <dgm:pt modelId="{EA634C8C-A33E-421D-A168-E1B075E7E8B7}" type="pres">
      <dgm:prSet presAssocID="{971C0038-7F04-4BAF-8784-907391EB89FD}" presName="childShp" presStyleLbl="bgAccFollowNode1" presStyleIdx="1" presStyleCnt="2" custScaleY="74021">
        <dgm:presLayoutVars>
          <dgm:bulletEnabled val="1"/>
        </dgm:presLayoutVars>
      </dgm:prSet>
      <dgm:spPr/>
      <dgm:t>
        <a:bodyPr/>
        <a:lstStyle/>
        <a:p>
          <a:endParaRPr lang="en-IN"/>
        </a:p>
      </dgm:t>
    </dgm:pt>
  </dgm:ptLst>
  <dgm:cxnLst>
    <dgm:cxn modelId="{2CD56228-5738-4403-844E-65075289BF6D}" srcId="{971C0038-7F04-4BAF-8784-907391EB89FD}" destId="{A03EDCC1-E2BB-434D-B8A8-892D366D4C97}" srcOrd="2" destOrd="0" parTransId="{55C1A54E-02C2-463F-B29B-9A5ED7CEC175}" sibTransId="{CE0938F3-3ADE-4871-BD07-5435C7E1C9EC}"/>
    <dgm:cxn modelId="{C3B86D90-53D0-4445-AD59-7B23A274FF7B}" srcId="{971C0038-7F04-4BAF-8784-907391EB89FD}" destId="{99C337DB-495D-497C-9BE8-5299F6C20AED}" srcOrd="3" destOrd="0" parTransId="{41D7AF1E-7A4D-420D-A915-9F4679288CD2}" sibTransId="{8A6B0AD4-766D-463B-BE3A-CF48E2D6392B}"/>
    <dgm:cxn modelId="{F6730742-0618-4C2B-8729-3062DEB427DC}" type="presOf" srcId="{971C0038-7F04-4BAF-8784-907391EB89FD}" destId="{5373042A-6314-47A7-8B09-FF9B5557F236}" srcOrd="0" destOrd="0" presId="urn:microsoft.com/office/officeart/2005/8/layout/vList6"/>
    <dgm:cxn modelId="{2CE54867-273B-4318-9EDF-D021E21F1FB8}" type="presOf" srcId="{392051E4-9F5B-485E-BA7D-BB56D9090E7A}" destId="{EA634C8C-A33E-421D-A168-E1B075E7E8B7}" srcOrd="0" destOrd="4" presId="urn:microsoft.com/office/officeart/2005/8/layout/vList6"/>
    <dgm:cxn modelId="{B5E31624-231D-4094-92A9-D9E06CB863B1}" type="presOf" srcId="{F764B7D7-33A8-4CA6-A194-8CDA1FE00200}" destId="{EA634C8C-A33E-421D-A168-E1B075E7E8B7}" srcOrd="0" destOrd="0" presId="urn:microsoft.com/office/officeart/2005/8/layout/vList6"/>
    <dgm:cxn modelId="{FCFF4FDD-F6C7-4C27-8C4C-BA7713596969}" type="presOf" srcId="{B20442DF-F0AD-4CD8-A974-3DAFDE6E767A}" destId="{EA634C8C-A33E-421D-A168-E1B075E7E8B7}" srcOrd="0" destOrd="5" presId="urn:microsoft.com/office/officeart/2005/8/layout/vList6"/>
    <dgm:cxn modelId="{7392ED5D-9E0D-4B72-9E8C-88674371B6C2}" type="presOf" srcId="{A03EDCC1-E2BB-434D-B8A8-892D366D4C97}" destId="{EA634C8C-A33E-421D-A168-E1B075E7E8B7}" srcOrd="0" destOrd="2" presId="urn:microsoft.com/office/officeart/2005/8/layout/vList6"/>
    <dgm:cxn modelId="{3F9D8E05-1339-4378-95A1-C0745FFF7296}" srcId="{971C0038-7F04-4BAF-8784-907391EB89FD}" destId="{F764B7D7-33A8-4CA6-A194-8CDA1FE00200}" srcOrd="0" destOrd="0" parTransId="{8D656858-86F0-4B7E-A44C-590B5D53B38F}" sibTransId="{2B1863A3-8A9D-4108-BE2E-552299C81591}"/>
    <dgm:cxn modelId="{E03B7480-586E-4E21-A225-978119E28C43}" type="presOf" srcId="{14F9139B-77F8-4F4A-BA6C-CBB2336D7779}" destId="{C55D6417-0A35-417A-B07F-4A751C343214}" srcOrd="0" destOrd="1" presId="urn:microsoft.com/office/officeart/2005/8/layout/vList6"/>
    <dgm:cxn modelId="{3D915F1E-6B7B-47F1-A603-7FEB497299EC}" srcId="{13796F25-786E-401E-9432-A607F2E3EAB9}" destId="{14F9139B-77F8-4F4A-BA6C-CBB2336D7779}" srcOrd="1" destOrd="0" parTransId="{44FC5F86-8B35-4A59-AA1C-CA8D64C3AEB9}" sibTransId="{F2EBB826-9381-4B9A-8FD5-AE0F5A314BE5}"/>
    <dgm:cxn modelId="{5EDB9518-7CC3-4BFC-9A19-1720555122D7}" srcId="{971C0038-7F04-4BAF-8784-907391EB89FD}" destId="{0826803F-56CB-431F-BB33-F4817DB27B26}" srcOrd="1" destOrd="0" parTransId="{A3066B08-830C-4C69-B829-E177A6502374}" sibTransId="{01ABFD53-04C6-4F71-899D-8B92492FCADB}"/>
    <dgm:cxn modelId="{B74532C4-838A-4364-B921-70C6761E1388}" srcId="{971C0038-7F04-4BAF-8784-907391EB89FD}" destId="{392051E4-9F5B-485E-BA7D-BB56D9090E7A}" srcOrd="4" destOrd="0" parTransId="{A7D85B02-67BB-440B-B2F3-6E9B7F5AF8E8}" sibTransId="{C94AEDD9-42E5-4DE4-95CD-9846E3EE0F14}"/>
    <dgm:cxn modelId="{9FC050AF-975A-4515-AE48-FAF46EA0BBB0}" srcId="{13796F25-786E-401E-9432-A607F2E3EAB9}" destId="{D2E3A529-FDC5-46C7-9BE4-3C03AB682CED}" srcOrd="0" destOrd="0" parTransId="{84154D87-D31E-4C05-9305-99052F700AAA}" sibTransId="{3A42A152-F2FB-45DE-9819-B3F4D38DBFB8}"/>
    <dgm:cxn modelId="{60058159-8411-43BF-B5DA-D3D1EEB010FA}" type="presOf" srcId="{925ADA0E-2C3F-4003-B55D-7A5EEE534A72}" destId="{C55D6417-0A35-417A-B07F-4A751C343214}" srcOrd="0" destOrd="4" presId="urn:microsoft.com/office/officeart/2005/8/layout/vList6"/>
    <dgm:cxn modelId="{A258775E-A9E4-4626-9115-C92231B5496C}" srcId="{13796F25-786E-401E-9432-A607F2E3EAB9}" destId="{1F40B89E-8F93-426A-86D2-3489698AB447}" srcOrd="2" destOrd="0" parTransId="{B84DB935-C5CF-4460-B7D8-2051DFFE519E}" sibTransId="{2ACC338B-6F22-4C26-8504-CE88F0065E97}"/>
    <dgm:cxn modelId="{E8F08346-58CB-4FD1-849D-EA620B9EAD5B}" srcId="{E23D008D-10D8-46C8-BF87-2C658FAB00E8}" destId="{13796F25-786E-401E-9432-A607F2E3EAB9}" srcOrd="0" destOrd="0" parTransId="{2B3EEF4D-8069-47C0-AF09-48B1E608FAEE}" sibTransId="{154764F6-754D-4757-BC30-77147D920DEF}"/>
    <dgm:cxn modelId="{79EC7779-E0C7-4A0B-B448-CEFBBB3A14A2}" type="presOf" srcId="{D2E3A529-FDC5-46C7-9BE4-3C03AB682CED}" destId="{C55D6417-0A35-417A-B07F-4A751C343214}" srcOrd="0" destOrd="0" presId="urn:microsoft.com/office/officeart/2005/8/layout/vList6"/>
    <dgm:cxn modelId="{31D32C8F-4C63-43BA-847B-8E87DFEB1ED9}" type="presOf" srcId="{E23D008D-10D8-46C8-BF87-2C658FAB00E8}" destId="{FC62E0FB-F076-4093-B0F5-735D94998FDB}" srcOrd="0" destOrd="0" presId="urn:microsoft.com/office/officeart/2005/8/layout/vList6"/>
    <dgm:cxn modelId="{89F24021-CC78-460A-A0EF-E84EDC57C5D4}" type="presOf" srcId="{99C337DB-495D-497C-9BE8-5299F6C20AED}" destId="{EA634C8C-A33E-421D-A168-E1B075E7E8B7}" srcOrd="0" destOrd="3" presId="urn:microsoft.com/office/officeart/2005/8/layout/vList6"/>
    <dgm:cxn modelId="{62198D38-76EB-4BF1-A93C-92DE57BAE74C}" type="presOf" srcId="{1F40B89E-8F93-426A-86D2-3489698AB447}" destId="{C55D6417-0A35-417A-B07F-4A751C343214}" srcOrd="0" destOrd="2" presId="urn:microsoft.com/office/officeart/2005/8/layout/vList6"/>
    <dgm:cxn modelId="{4E1A52CE-AC4D-4CC5-BFD2-D35E8F7ACF5E}" type="presOf" srcId="{13796F25-786E-401E-9432-A607F2E3EAB9}" destId="{1E21C188-0305-4ECA-B965-25021D7D1BAC}" srcOrd="0" destOrd="0" presId="urn:microsoft.com/office/officeart/2005/8/layout/vList6"/>
    <dgm:cxn modelId="{710953AA-45A9-4F59-9FFD-933A0C493B6C}" srcId="{13796F25-786E-401E-9432-A607F2E3EAB9}" destId="{925ADA0E-2C3F-4003-B55D-7A5EEE534A72}" srcOrd="4" destOrd="0" parTransId="{73513BA2-3669-4116-8FDB-296AE670B30F}" sibTransId="{7E62AF30-3639-49D4-A9FF-9955ABDA626A}"/>
    <dgm:cxn modelId="{9654F716-E5DF-45DD-A37A-4E7C2DE1D1EB}" type="presOf" srcId="{D1036F4C-0B06-4CBF-ACF4-793481EFECC3}" destId="{C55D6417-0A35-417A-B07F-4A751C343214}" srcOrd="0" destOrd="3" presId="urn:microsoft.com/office/officeart/2005/8/layout/vList6"/>
    <dgm:cxn modelId="{DBD8839E-3520-4D12-A887-C11A6A740E32}" type="presOf" srcId="{0826803F-56CB-431F-BB33-F4817DB27B26}" destId="{EA634C8C-A33E-421D-A168-E1B075E7E8B7}" srcOrd="0" destOrd="1" presId="urn:microsoft.com/office/officeart/2005/8/layout/vList6"/>
    <dgm:cxn modelId="{509AE0D3-C987-4EE6-AC43-A079A8723A82}" srcId="{13796F25-786E-401E-9432-A607F2E3EAB9}" destId="{D1036F4C-0B06-4CBF-ACF4-793481EFECC3}" srcOrd="3" destOrd="0" parTransId="{60D3A8D0-4AEF-441A-87DC-F25D01A6D493}" sibTransId="{29FF939A-38F3-4005-8812-2230CA9C3041}"/>
    <dgm:cxn modelId="{51754F79-FC1C-460A-BA2D-D30F4C6D3CFD}" srcId="{E23D008D-10D8-46C8-BF87-2C658FAB00E8}" destId="{971C0038-7F04-4BAF-8784-907391EB89FD}" srcOrd="1" destOrd="0" parTransId="{FA10667B-2528-442B-9C0F-343AE52C8886}" sibTransId="{D91BBEFC-8086-4258-8BA3-2A4923CE8D28}"/>
    <dgm:cxn modelId="{8C1896A1-7B7E-4D87-9E76-7798CB85872B}" srcId="{971C0038-7F04-4BAF-8784-907391EB89FD}" destId="{B20442DF-F0AD-4CD8-A974-3DAFDE6E767A}" srcOrd="5" destOrd="0" parTransId="{E1D85DDA-CCAF-40E7-BA97-7E6CC0BF6B14}" sibTransId="{75CD6BE0-2AFE-46C8-8331-BE2DC4E9556B}"/>
    <dgm:cxn modelId="{27AE6AE2-3E95-4C33-B8E3-29A0E5A4EAB7}" type="presParOf" srcId="{FC62E0FB-F076-4093-B0F5-735D94998FDB}" destId="{F6F21664-E170-4983-97B4-89476DB087B5}" srcOrd="0" destOrd="0" presId="urn:microsoft.com/office/officeart/2005/8/layout/vList6"/>
    <dgm:cxn modelId="{90A74E3F-FCBA-4508-950D-C1A7F8692903}" type="presParOf" srcId="{F6F21664-E170-4983-97B4-89476DB087B5}" destId="{1E21C188-0305-4ECA-B965-25021D7D1BAC}" srcOrd="0" destOrd="0" presId="urn:microsoft.com/office/officeart/2005/8/layout/vList6"/>
    <dgm:cxn modelId="{C811252B-EA6F-46C9-9059-7D15E13D9482}" type="presParOf" srcId="{F6F21664-E170-4983-97B4-89476DB087B5}" destId="{C55D6417-0A35-417A-B07F-4A751C343214}" srcOrd="1" destOrd="0" presId="urn:microsoft.com/office/officeart/2005/8/layout/vList6"/>
    <dgm:cxn modelId="{BD52FCD2-5893-434E-BE4F-4A25892FFFB4}" type="presParOf" srcId="{FC62E0FB-F076-4093-B0F5-735D94998FDB}" destId="{34E1E585-B20D-4C8C-B90B-B43CBC791FDE}" srcOrd="1" destOrd="0" presId="urn:microsoft.com/office/officeart/2005/8/layout/vList6"/>
    <dgm:cxn modelId="{AC557434-CADD-42EA-B391-711F6599A71E}" type="presParOf" srcId="{FC62E0FB-F076-4093-B0F5-735D94998FDB}" destId="{2420997A-F0D3-4764-8B48-2328EE0684FA}" srcOrd="2" destOrd="0" presId="urn:microsoft.com/office/officeart/2005/8/layout/vList6"/>
    <dgm:cxn modelId="{4A45F563-089C-4AAD-A80F-1EFEDF304B8F}" type="presParOf" srcId="{2420997A-F0D3-4764-8B48-2328EE0684FA}" destId="{5373042A-6314-47A7-8B09-FF9B5557F236}" srcOrd="0" destOrd="0" presId="urn:microsoft.com/office/officeart/2005/8/layout/vList6"/>
    <dgm:cxn modelId="{B54CDCC3-086F-43FD-8D41-0E753485485F}" type="presParOf" srcId="{2420997A-F0D3-4764-8B48-2328EE0684FA}" destId="{EA634C8C-A33E-421D-A168-E1B075E7E8B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633CBA-2502-434A-928C-6EC6967F259D}" type="doc">
      <dgm:prSet loTypeId="urn:microsoft.com/office/officeart/2005/8/layout/cycle2" loCatId="cycle" qsTypeId="urn:microsoft.com/office/officeart/2005/8/quickstyle/simple1" qsCatId="simple" csTypeId="urn:microsoft.com/office/officeart/2005/8/colors/colorful1#1" csCatId="colorful" phldr="1"/>
      <dgm:spPr/>
      <dgm:t>
        <a:bodyPr/>
        <a:lstStyle/>
        <a:p>
          <a:endParaRPr lang="en-US"/>
        </a:p>
      </dgm:t>
    </dgm:pt>
    <dgm:pt modelId="{012EDDC6-207F-4EE3-9DEB-146599520561}">
      <dgm:prSet phldrT="[Text]"/>
      <dgm:spPr/>
      <dgm:t>
        <a:bodyPr/>
        <a:lstStyle/>
        <a:p>
          <a:r>
            <a:rPr lang="en-US" dirty="0" smtClean="0"/>
            <a:t>Land</a:t>
          </a:r>
          <a:r>
            <a:rPr lang="en-US" baseline="0" dirty="0" smtClean="0"/>
            <a:t> Preparation</a:t>
          </a:r>
          <a:endParaRPr lang="en-US" dirty="0"/>
        </a:p>
      </dgm:t>
    </dgm:pt>
    <dgm:pt modelId="{1850CBD5-1A99-4F4F-897C-451AA66F1516}" type="parTrans" cxnId="{A9676025-22BC-4F10-8860-B270A6112553}">
      <dgm:prSet/>
      <dgm:spPr/>
      <dgm:t>
        <a:bodyPr/>
        <a:lstStyle/>
        <a:p>
          <a:endParaRPr lang="en-US"/>
        </a:p>
      </dgm:t>
    </dgm:pt>
    <dgm:pt modelId="{7985EE53-BD3D-4DB3-B5BD-6B9FFA75B9E6}" type="sibTrans" cxnId="{A9676025-22BC-4F10-8860-B270A6112553}">
      <dgm:prSet/>
      <dgm:spPr/>
      <dgm:t>
        <a:bodyPr/>
        <a:lstStyle/>
        <a:p>
          <a:endParaRPr lang="en-US"/>
        </a:p>
      </dgm:t>
    </dgm:pt>
    <dgm:pt modelId="{38FB0022-09EC-4D6F-86C0-C813C6F2F39A}">
      <dgm:prSet phldrT="[Text]"/>
      <dgm:spPr/>
      <dgm:t>
        <a:bodyPr/>
        <a:lstStyle/>
        <a:p>
          <a:r>
            <a:rPr lang="en-US" dirty="0" smtClean="0"/>
            <a:t>Harvesting</a:t>
          </a:r>
          <a:endParaRPr lang="en-US" dirty="0"/>
        </a:p>
      </dgm:t>
    </dgm:pt>
    <dgm:pt modelId="{A0BBE5C2-C8CF-4F12-974F-53039E6D00EC}" type="parTrans" cxnId="{9A1C775D-7DDB-48F9-97D9-490A63DE2A86}">
      <dgm:prSet/>
      <dgm:spPr/>
      <dgm:t>
        <a:bodyPr/>
        <a:lstStyle/>
        <a:p>
          <a:endParaRPr lang="en-US"/>
        </a:p>
      </dgm:t>
    </dgm:pt>
    <dgm:pt modelId="{EA86A114-EBD1-49CF-AB76-042FF3D636A5}" type="sibTrans" cxnId="{9A1C775D-7DDB-48F9-97D9-490A63DE2A86}">
      <dgm:prSet/>
      <dgm:spPr/>
      <dgm:t>
        <a:bodyPr/>
        <a:lstStyle/>
        <a:p>
          <a:endParaRPr lang="en-US"/>
        </a:p>
      </dgm:t>
    </dgm:pt>
    <dgm:pt modelId="{9131EDB8-27A6-42FD-A541-052EFC01D4C6}">
      <dgm:prSet phldrT="[Text]"/>
      <dgm:spPr/>
      <dgm:t>
        <a:bodyPr/>
        <a:lstStyle/>
        <a:p>
          <a:r>
            <a:rPr lang="en-US" dirty="0" smtClean="0"/>
            <a:t>Sell it to local oil extraction industries</a:t>
          </a:r>
          <a:endParaRPr lang="en-US" dirty="0"/>
        </a:p>
      </dgm:t>
    </dgm:pt>
    <dgm:pt modelId="{6EC3601D-D6CE-49D7-9229-0442323129DA}" type="parTrans" cxnId="{198EE807-14A4-40FA-B030-5F9F79A9713E}">
      <dgm:prSet/>
      <dgm:spPr/>
      <dgm:t>
        <a:bodyPr/>
        <a:lstStyle/>
        <a:p>
          <a:endParaRPr lang="en-US"/>
        </a:p>
      </dgm:t>
    </dgm:pt>
    <dgm:pt modelId="{13A2EB04-B868-427A-B17F-16729BFA55DA}" type="sibTrans" cxnId="{198EE807-14A4-40FA-B030-5F9F79A9713E}">
      <dgm:prSet/>
      <dgm:spPr/>
      <dgm:t>
        <a:bodyPr/>
        <a:lstStyle/>
        <a:p>
          <a:endParaRPr lang="en-US"/>
        </a:p>
      </dgm:t>
    </dgm:pt>
    <dgm:pt modelId="{23116FF9-AEB9-43F5-882D-9ECB1FD5DE18}">
      <dgm:prSet phldrT="[Text]"/>
      <dgm:spPr/>
      <dgm:t>
        <a:bodyPr/>
        <a:lstStyle/>
        <a:p>
          <a:r>
            <a:rPr lang="en-US" dirty="0" smtClean="0"/>
            <a:t>Sell vetiver oil</a:t>
          </a:r>
          <a:endParaRPr lang="en-US" dirty="0"/>
        </a:p>
      </dgm:t>
    </dgm:pt>
    <dgm:pt modelId="{86229775-B50F-4220-B88B-07C4BA05CEAC}" type="parTrans" cxnId="{97323DE5-E2BF-422D-8188-D2445F20223B}">
      <dgm:prSet/>
      <dgm:spPr/>
      <dgm:t>
        <a:bodyPr/>
        <a:lstStyle/>
        <a:p>
          <a:endParaRPr lang="en-US"/>
        </a:p>
      </dgm:t>
    </dgm:pt>
    <dgm:pt modelId="{BEE765C7-6165-4808-9B3B-A6627557B77F}" type="sibTrans" cxnId="{97323DE5-E2BF-422D-8188-D2445F20223B}">
      <dgm:prSet/>
      <dgm:spPr/>
      <dgm:t>
        <a:bodyPr/>
        <a:lstStyle/>
        <a:p>
          <a:endParaRPr lang="en-US"/>
        </a:p>
      </dgm:t>
    </dgm:pt>
    <dgm:pt modelId="{DA2EE66E-1894-4E15-A659-CCDCFE4DAD65}">
      <dgm:prSet phldrT="[Text]"/>
      <dgm:spPr/>
      <dgm:t>
        <a:bodyPr/>
        <a:lstStyle/>
        <a:p>
          <a:r>
            <a:rPr lang="en-US" dirty="0" smtClean="0"/>
            <a:t>Grow Vetiver</a:t>
          </a:r>
          <a:endParaRPr lang="en-US" dirty="0"/>
        </a:p>
      </dgm:t>
    </dgm:pt>
    <dgm:pt modelId="{21005F9D-878A-4CC9-A13A-8A9C577A9239}" type="parTrans" cxnId="{64DAF508-E1BA-4EDC-A97D-EE1A011CB9E0}">
      <dgm:prSet/>
      <dgm:spPr/>
      <dgm:t>
        <a:bodyPr/>
        <a:lstStyle/>
        <a:p>
          <a:endParaRPr lang="en-US"/>
        </a:p>
      </dgm:t>
    </dgm:pt>
    <dgm:pt modelId="{612BA10D-4F4F-4BF6-9059-06A94BDAF34E}" type="sibTrans" cxnId="{64DAF508-E1BA-4EDC-A97D-EE1A011CB9E0}">
      <dgm:prSet/>
      <dgm:spPr/>
      <dgm:t>
        <a:bodyPr/>
        <a:lstStyle/>
        <a:p>
          <a:endParaRPr lang="en-US"/>
        </a:p>
      </dgm:t>
    </dgm:pt>
    <dgm:pt modelId="{EA3ADED0-C9AD-4C17-98CE-D872DACD90E8}" type="pres">
      <dgm:prSet presAssocID="{13633CBA-2502-434A-928C-6EC6967F259D}" presName="cycle" presStyleCnt="0">
        <dgm:presLayoutVars>
          <dgm:dir/>
          <dgm:resizeHandles val="exact"/>
        </dgm:presLayoutVars>
      </dgm:prSet>
      <dgm:spPr/>
      <dgm:t>
        <a:bodyPr/>
        <a:lstStyle/>
        <a:p>
          <a:endParaRPr lang="en-US"/>
        </a:p>
      </dgm:t>
    </dgm:pt>
    <dgm:pt modelId="{558890D5-4F42-4C33-B381-CD393B37A1FF}" type="pres">
      <dgm:prSet presAssocID="{012EDDC6-207F-4EE3-9DEB-146599520561}" presName="node" presStyleLbl="node1" presStyleIdx="0" presStyleCnt="5">
        <dgm:presLayoutVars>
          <dgm:bulletEnabled val="1"/>
        </dgm:presLayoutVars>
      </dgm:prSet>
      <dgm:spPr/>
      <dgm:t>
        <a:bodyPr/>
        <a:lstStyle/>
        <a:p>
          <a:endParaRPr lang="en-US"/>
        </a:p>
      </dgm:t>
    </dgm:pt>
    <dgm:pt modelId="{973C755A-5077-47FB-BDC0-FF7A84FD3F26}" type="pres">
      <dgm:prSet presAssocID="{7985EE53-BD3D-4DB3-B5BD-6B9FFA75B9E6}" presName="sibTrans" presStyleLbl="sibTrans2D1" presStyleIdx="0" presStyleCnt="5"/>
      <dgm:spPr/>
      <dgm:t>
        <a:bodyPr/>
        <a:lstStyle/>
        <a:p>
          <a:endParaRPr lang="en-US"/>
        </a:p>
      </dgm:t>
    </dgm:pt>
    <dgm:pt modelId="{746707A3-847D-4DEF-8437-C19565999197}" type="pres">
      <dgm:prSet presAssocID="{7985EE53-BD3D-4DB3-B5BD-6B9FFA75B9E6}" presName="connectorText" presStyleLbl="sibTrans2D1" presStyleIdx="0" presStyleCnt="5"/>
      <dgm:spPr/>
      <dgm:t>
        <a:bodyPr/>
        <a:lstStyle/>
        <a:p>
          <a:endParaRPr lang="en-US"/>
        </a:p>
      </dgm:t>
    </dgm:pt>
    <dgm:pt modelId="{7C5A343C-E262-450D-959C-A644EA0CABBE}" type="pres">
      <dgm:prSet presAssocID="{DA2EE66E-1894-4E15-A659-CCDCFE4DAD65}" presName="node" presStyleLbl="node1" presStyleIdx="1" presStyleCnt="5">
        <dgm:presLayoutVars>
          <dgm:bulletEnabled val="1"/>
        </dgm:presLayoutVars>
      </dgm:prSet>
      <dgm:spPr/>
      <dgm:t>
        <a:bodyPr/>
        <a:lstStyle/>
        <a:p>
          <a:endParaRPr lang="en-US"/>
        </a:p>
      </dgm:t>
    </dgm:pt>
    <dgm:pt modelId="{719BC63E-F731-4648-BC28-EDC25FC57AA9}" type="pres">
      <dgm:prSet presAssocID="{612BA10D-4F4F-4BF6-9059-06A94BDAF34E}" presName="sibTrans" presStyleLbl="sibTrans2D1" presStyleIdx="1" presStyleCnt="5"/>
      <dgm:spPr/>
      <dgm:t>
        <a:bodyPr/>
        <a:lstStyle/>
        <a:p>
          <a:endParaRPr lang="en-US"/>
        </a:p>
      </dgm:t>
    </dgm:pt>
    <dgm:pt modelId="{018B9E75-742E-4303-A16C-8A821310EF15}" type="pres">
      <dgm:prSet presAssocID="{612BA10D-4F4F-4BF6-9059-06A94BDAF34E}" presName="connectorText" presStyleLbl="sibTrans2D1" presStyleIdx="1" presStyleCnt="5"/>
      <dgm:spPr/>
      <dgm:t>
        <a:bodyPr/>
        <a:lstStyle/>
        <a:p>
          <a:endParaRPr lang="en-US"/>
        </a:p>
      </dgm:t>
    </dgm:pt>
    <dgm:pt modelId="{91CB6799-0928-4E01-9EDA-41B17BB04FAF}" type="pres">
      <dgm:prSet presAssocID="{38FB0022-09EC-4D6F-86C0-C813C6F2F39A}" presName="node" presStyleLbl="node1" presStyleIdx="2" presStyleCnt="5">
        <dgm:presLayoutVars>
          <dgm:bulletEnabled val="1"/>
        </dgm:presLayoutVars>
      </dgm:prSet>
      <dgm:spPr/>
      <dgm:t>
        <a:bodyPr/>
        <a:lstStyle/>
        <a:p>
          <a:endParaRPr lang="en-US"/>
        </a:p>
      </dgm:t>
    </dgm:pt>
    <dgm:pt modelId="{3701657F-6946-4A4C-877D-2A88A526B7E1}" type="pres">
      <dgm:prSet presAssocID="{EA86A114-EBD1-49CF-AB76-042FF3D636A5}" presName="sibTrans" presStyleLbl="sibTrans2D1" presStyleIdx="2" presStyleCnt="5"/>
      <dgm:spPr/>
      <dgm:t>
        <a:bodyPr/>
        <a:lstStyle/>
        <a:p>
          <a:endParaRPr lang="en-US"/>
        </a:p>
      </dgm:t>
    </dgm:pt>
    <dgm:pt modelId="{A60042D3-910C-4160-96CD-1A63C2C4C0FB}" type="pres">
      <dgm:prSet presAssocID="{EA86A114-EBD1-49CF-AB76-042FF3D636A5}" presName="connectorText" presStyleLbl="sibTrans2D1" presStyleIdx="2" presStyleCnt="5"/>
      <dgm:spPr/>
      <dgm:t>
        <a:bodyPr/>
        <a:lstStyle/>
        <a:p>
          <a:endParaRPr lang="en-US"/>
        </a:p>
      </dgm:t>
    </dgm:pt>
    <dgm:pt modelId="{28372633-A8CE-4898-AF86-305447452F30}" type="pres">
      <dgm:prSet presAssocID="{9131EDB8-27A6-42FD-A541-052EFC01D4C6}" presName="node" presStyleLbl="node1" presStyleIdx="3" presStyleCnt="5">
        <dgm:presLayoutVars>
          <dgm:bulletEnabled val="1"/>
        </dgm:presLayoutVars>
      </dgm:prSet>
      <dgm:spPr/>
      <dgm:t>
        <a:bodyPr/>
        <a:lstStyle/>
        <a:p>
          <a:endParaRPr lang="en-US"/>
        </a:p>
      </dgm:t>
    </dgm:pt>
    <dgm:pt modelId="{3BFA7701-5D17-48E5-8EAF-0CE4B894FCD8}" type="pres">
      <dgm:prSet presAssocID="{13A2EB04-B868-427A-B17F-16729BFA55DA}" presName="sibTrans" presStyleLbl="sibTrans2D1" presStyleIdx="3" presStyleCnt="5"/>
      <dgm:spPr/>
      <dgm:t>
        <a:bodyPr/>
        <a:lstStyle/>
        <a:p>
          <a:endParaRPr lang="en-US"/>
        </a:p>
      </dgm:t>
    </dgm:pt>
    <dgm:pt modelId="{2F68EEE9-28D4-49EC-A4B1-C191492E34F2}" type="pres">
      <dgm:prSet presAssocID="{13A2EB04-B868-427A-B17F-16729BFA55DA}" presName="connectorText" presStyleLbl="sibTrans2D1" presStyleIdx="3" presStyleCnt="5"/>
      <dgm:spPr/>
      <dgm:t>
        <a:bodyPr/>
        <a:lstStyle/>
        <a:p>
          <a:endParaRPr lang="en-US"/>
        </a:p>
      </dgm:t>
    </dgm:pt>
    <dgm:pt modelId="{4DD53E4A-81C3-4CAD-B31F-4C20BA5CFCD7}" type="pres">
      <dgm:prSet presAssocID="{23116FF9-AEB9-43F5-882D-9ECB1FD5DE18}" presName="node" presStyleLbl="node1" presStyleIdx="4" presStyleCnt="5">
        <dgm:presLayoutVars>
          <dgm:bulletEnabled val="1"/>
        </dgm:presLayoutVars>
      </dgm:prSet>
      <dgm:spPr/>
      <dgm:t>
        <a:bodyPr/>
        <a:lstStyle/>
        <a:p>
          <a:endParaRPr lang="en-US"/>
        </a:p>
      </dgm:t>
    </dgm:pt>
    <dgm:pt modelId="{670EC530-2BF9-418C-9EBE-CFD33FE15D7D}" type="pres">
      <dgm:prSet presAssocID="{BEE765C7-6165-4808-9B3B-A6627557B77F}" presName="sibTrans" presStyleLbl="sibTrans2D1" presStyleIdx="4" presStyleCnt="5"/>
      <dgm:spPr/>
      <dgm:t>
        <a:bodyPr/>
        <a:lstStyle/>
        <a:p>
          <a:endParaRPr lang="en-US"/>
        </a:p>
      </dgm:t>
    </dgm:pt>
    <dgm:pt modelId="{75E8BE9C-270B-4810-939F-EB750969C50A}" type="pres">
      <dgm:prSet presAssocID="{BEE765C7-6165-4808-9B3B-A6627557B77F}" presName="connectorText" presStyleLbl="sibTrans2D1" presStyleIdx="4" presStyleCnt="5"/>
      <dgm:spPr/>
      <dgm:t>
        <a:bodyPr/>
        <a:lstStyle/>
        <a:p>
          <a:endParaRPr lang="en-US"/>
        </a:p>
      </dgm:t>
    </dgm:pt>
  </dgm:ptLst>
  <dgm:cxnLst>
    <dgm:cxn modelId="{7B8DD197-CF94-4C7B-8BB3-A9C55FF0DCEB}" type="presOf" srcId="{23116FF9-AEB9-43F5-882D-9ECB1FD5DE18}" destId="{4DD53E4A-81C3-4CAD-B31F-4C20BA5CFCD7}" srcOrd="0" destOrd="0" presId="urn:microsoft.com/office/officeart/2005/8/layout/cycle2"/>
    <dgm:cxn modelId="{97323DE5-E2BF-422D-8188-D2445F20223B}" srcId="{13633CBA-2502-434A-928C-6EC6967F259D}" destId="{23116FF9-AEB9-43F5-882D-9ECB1FD5DE18}" srcOrd="4" destOrd="0" parTransId="{86229775-B50F-4220-B88B-07C4BA05CEAC}" sibTransId="{BEE765C7-6165-4808-9B3B-A6627557B77F}"/>
    <dgm:cxn modelId="{8D7488FC-79D7-4B54-A45D-D2051F9B61C1}" type="presOf" srcId="{BEE765C7-6165-4808-9B3B-A6627557B77F}" destId="{75E8BE9C-270B-4810-939F-EB750969C50A}" srcOrd="1" destOrd="0" presId="urn:microsoft.com/office/officeart/2005/8/layout/cycle2"/>
    <dgm:cxn modelId="{E4281146-E407-4B3E-B17C-7462D6160BB5}" type="presOf" srcId="{38FB0022-09EC-4D6F-86C0-C813C6F2F39A}" destId="{91CB6799-0928-4E01-9EDA-41B17BB04FAF}" srcOrd="0" destOrd="0" presId="urn:microsoft.com/office/officeart/2005/8/layout/cycle2"/>
    <dgm:cxn modelId="{FE25664A-A875-40EB-A62B-FFA35BEB0656}" type="presOf" srcId="{7985EE53-BD3D-4DB3-B5BD-6B9FFA75B9E6}" destId="{973C755A-5077-47FB-BDC0-FF7A84FD3F26}" srcOrd="0" destOrd="0" presId="urn:microsoft.com/office/officeart/2005/8/layout/cycle2"/>
    <dgm:cxn modelId="{7725D119-52DA-440E-A880-7689F0378D56}" type="presOf" srcId="{13A2EB04-B868-427A-B17F-16729BFA55DA}" destId="{3BFA7701-5D17-48E5-8EAF-0CE4B894FCD8}" srcOrd="0" destOrd="0" presId="urn:microsoft.com/office/officeart/2005/8/layout/cycle2"/>
    <dgm:cxn modelId="{6157D603-43C2-45D5-A239-F16E997697A7}" type="presOf" srcId="{DA2EE66E-1894-4E15-A659-CCDCFE4DAD65}" destId="{7C5A343C-E262-450D-959C-A644EA0CABBE}" srcOrd="0" destOrd="0" presId="urn:microsoft.com/office/officeart/2005/8/layout/cycle2"/>
    <dgm:cxn modelId="{3E78421C-3980-40DE-A2F0-8D08F3A9C2F4}" type="presOf" srcId="{9131EDB8-27A6-42FD-A541-052EFC01D4C6}" destId="{28372633-A8CE-4898-AF86-305447452F30}" srcOrd="0" destOrd="0" presId="urn:microsoft.com/office/officeart/2005/8/layout/cycle2"/>
    <dgm:cxn modelId="{9B3FD7DF-E643-4DDB-A063-0CC9C9C3C173}" type="presOf" srcId="{EA86A114-EBD1-49CF-AB76-042FF3D636A5}" destId="{3701657F-6946-4A4C-877D-2A88A526B7E1}" srcOrd="0" destOrd="0" presId="urn:microsoft.com/office/officeart/2005/8/layout/cycle2"/>
    <dgm:cxn modelId="{C1A63D42-1BC6-46A1-8A45-AB9E576B80B6}" type="presOf" srcId="{612BA10D-4F4F-4BF6-9059-06A94BDAF34E}" destId="{018B9E75-742E-4303-A16C-8A821310EF15}" srcOrd="1" destOrd="0" presId="urn:microsoft.com/office/officeart/2005/8/layout/cycle2"/>
    <dgm:cxn modelId="{78DD83B9-A8D0-4CB1-A7EE-F6E5B51687A0}" type="presOf" srcId="{13633CBA-2502-434A-928C-6EC6967F259D}" destId="{EA3ADED0-C9AD-4C17-98CE-D872DACD90E8}" srcOrd="0" destOrd="0" presId="urn:microsoft.com/office/officeart/2005/8/layout/cycle2"/>
    <dgm:cxn modelId="{64DAF508-E1BA-4EDC-A97D-EE1A011CB9E0}" srcId="{13633CBA-2502-434A-928C-6EC6967F259D}" destId="{DA2EE66E-1894-4E15-A659-CCDCFE4DAD65}" srcOrd="1" destOrd="0" parTransId="{21005F9D-878A-4CC9-A13A-8A9C577A9239}" sibTransId="{612BA10D-4F4F-4BF6-9059-06A94BDAF34E}"/>
    <dgm:cxn modelId="{A9676025-22BC-4F10-8860-B270A6112553}" srcId="{13633CBA-2502-434A-928C-6EC6967F259D}" destId="{012EDDC6-207F-4EE3-9DEB-146599520561}" srcOrd="0" destOrd="0" parTransId="{1850CBD5-1A99-4F4F-897C-451AA66F1516}" sibTransId="{7985EE53-BD3D-4DB3-B5BD-6B9FFA75B9E6}"/>
    <dgm:cxn modelId="{9A1C775D-7DDB-48F9-97D9-490A63DE2A86}" srcId="{13633CBA-2502-434A-928C-6EC6967F259D}" destId="{38FB0022-09EC-4D6F-86C0-C813C6F2F39A}" srcOrd="2" destOrd="0" parTransId="{A0BBE5C2-C8CF-4F12-974F-53039E6D00EC}" sibTransId="{EA86A114-EBD1-49CF-AB76-042FF3D636A5}"/>
    <dgm:cxn modelId="{A71D2FB3-BA7A-4B22-B30D-E421AD98867B}" type="presOf" srcId="{BEE765C7-6165-4808-9B3B-A6627557B77F}" destId="{670EC530-2BF9-418C-9EBE-CFD33FE15D7D}" srcOrd="0" destOrd="0" presId="urn:microsoft.com/office/officeart/2005/8/layout/cycle2"/>
    <dgm:cxn modelId="{35A7DA08-4AAA-41C2-9A8B-6834360F2BA3}" type="presOf" srcId="{612BA10D-4F4F-4BF6-9059-06A94BDAF34E}" destId="{719BC63E-F731-4648-BC28-EDC25FC57AA9}" srcOrd="0" destOrd="0" presId="urn:microsoft.com/office/officeart/2005/8/layout/cycle2"/>
    <dgm:cxn modelId="{C808614A-AF83-46F9-BF10-9A209BF88AD4}" type="presOf" srcId="{13A2EB04-B868-427A-B17F-16729BFA55DA}" destId="{2F68EEE9-28D4-49EC-A4B1-C191492E34F2}" srcOrd="1" destOrd="0" presId="urn:microsoft.com/office/officeart/2005/8/layout/cycle2"/>
    <dgm:cxn modelId="{D93B253C-2CD2-4B3C-A23A-9092AB545066}" type="presOf" srcId="{012EDDC6-207F-4EE3-9DEB-146599520561}" destId="{558890D5-4F42-4C33-B381-CD393B37A1FF}" srcOrd="0" destOrd="0" presId="urn:microsoft.com/office/officeart/2005/8/layout/cycle2"/>
    <dgm:cxn modelId="{4B1450F6-B98F-4DDC-922B-DE2A4C2C095F}" type="presOf" srcId="{EA86A114-EBD1-49CF-AB76-042FF3D636A5}" destId="{A60042D3-910C-4160-96CD-1A63C2C4C0FB}" srcOrd="1" destOrd="0" presId="urn:microsoft.com/office/officeart/2005/8/layout/cycle2"/>
    <dgm:cxn modelId="{6181F30C-E597-4353-8641-2078E8AD7B83}" type="presOf" srcId="{7985EE53-BD3D-4DB3-B5BD-6B9FFA75B9E6}" destId="{746707A3-847D-4DEF-8437-C19565999197}" srcOrd="1" destOrd="0" presId="urn:microsoft.com/office/officeart/2005/8/layout/cycle2"/>
    <dgm:cxn modelId="{198EE807-14A4-40FA-B030-5F9F79A9713E}" srcId="{13633CBA-2502-434A-928C-6EC6967F259D}" destId="{9131EDB8-27A6-42FD-A541-052EFC01D4C6}" srcOrd="3" destOrd="0" parTransId="{6EC3601D-D6CE-49D7-9229-0442323129DA}" sibTransId="{13A2EB04-B868-427A-B17F-16729BFA55DA}"/>
    <dgm:cxn modelId="{4B1E08E9-0C56-4F6C-938F-5C0790475E08}" type="presParOf" srcId="{EA3ADED0-C9AD-4C17-98CE-D872DACD90E8}" destId="{558890D5-4F42-4C33-B381-CD393B37A1FF}" srcOrd="0" destOrd="0" presId="urn:microsoft.com/office/officeart/2005/8/layout/cycle2"/>
    <dgm:cxn modelId="{6D000C4E-1C07-4FB9-AF2E-7FE5A031900A}" type="presParOf" srcId="{EA3ADED0-C9AD-4C17-98CE-D872DACD90E8}" destId="{973C755A-5077-47FB-BDC0-FF7A84FD3F26}" srcOrd="1" destOrd="0" presId="urn:microsoft.com/office/officeart/2005/8/layout/cycle2"/>
    <dgm:cxn modelId="{3D2A954D-8779-480E-9E83-DC0C1D0E0C34}" type="presParOf" srcId="{973C755A-5077-47FB-BDC0-FF7A84FD3F26}" destId="{746707A3-847D-4DEF-8437-C19565999197}" srcOrd="0" destOrd="0" presId="urn:microsoft.com/office/officeart/2005/8/layout/cycle2"/>
    <dgm:cxn modelId="{AFB483F1-3BF6-4437-A199-FDD3BD523C07}" type="presParOf" srcId="{EA3ADED0-C9AD-4C17-98CE-D872DACD90E8}" destId="{7C5A343C-E262-450D-959C-A644EA0CABBE}" srcOrd="2" destOrd="0" presId="urn:microsoft.com/office/officeart/2005/8/layout/cycle2"/>
    <dgm:cxn modelId="{B0506AB5-7E7A-4DF6-A03E-882768D94950}" type="presParOf" srcId="{EA3ADED0-C9AD-4C17-98CE-D872DACD90E8}" destId="{719BC63E-F731-4648-BC28-EDC25FC57AA9}" srcOrd="3" destOrd="0" presId="urn:microsoft.com/office/officeart/2005/8/layout/cycle2"/>
    <dgm:cxn modelId="{265031AC-4BCA-444C-BCE7-4BA02D49AC3F}" type="presParOf" srcId="{719BC63E-F731-4648-BC28-EDC25FC57AA9}" destId="{018B9E75-742E-4303-A16C-8A821310EF15}" srcOrd="0" destOrd="0" presId="urn:microsoft.com/office/officeart/2005/8/layout/cycle2"/>
    <dgm:cxn modelId="{2A91328E-3552-45A5-BFA7-62913A544BAE}" type="presParOf" srcId="{EA3ADED0-C9AD-4C17-98CE-D872DACD90E8}" destId="{91CB6799-0928-4E01-9EDA-41B17BB04FAF}" srcOrd="4" destOrd="0" presId="urn:microsoft.com/office/officeart/2005/8/layout/cycle2"/>
    <dgm:cxn modelId="{D1884251-93DD-4B91-85E2-08BD3BCCA43B}" type="presParOf" srcId="{EA3ADED0-C9AD-4C17-98CE-D872DACD90E8}" destId="{3701657F-6946-4A4C-877D-2A88A526B7E1}" srcOrd="5" destOrd="0" presId="urn:microsoft.com/office/officeart/2005/8/layout/cycle2"/>
    <dgm:cxn modelId="{6398D1DD-6A10-4630-98A8-6183AB5D24E2}" type="presParOf" srcId="{3701657F-6946-4A4C-877D-2A88A526B7E1}" destId="{A60042D3-910C-4160-96CD-1A63C2C4C0FB}" srcOrd="0" destOrd="0" presId="urn:microsoft.com/office/officeart/2005/8/layout/cycle2"/>
    <dgm:cxn modelId="{7D8500CE-C25C-46B5-BB78-E36FB063FDE4}" type="presParOf" srcId="{EA3ADED0-C9AD-4C17-98CE-D872DACD90E8}" destId="{28372633-A8CE-4898-AF86-305447452F30}" srcOrd="6" destOrd="0" presId="urn:microsoft.com/office/officeart/2005/8/layout/cycle2"/>
    <dgm:cxn modelId="{48084EB1-8943-4CAB-A7B2-1F7AF9675EA3}" type="presParOf" srcId="{EA3ADED0-C9AD-4C17-98CE-D872DACD90E8}" destId="{3BFA7701-5D17-48E5-8EAF-0CE4B894FCD8}" srcOrd="7" destOrd="0" presId="urn:microsoft.com/office/officeart/2005/8/layout/cycle2"/>
    <dgm:cxn modelId="{B3784231-170C-4CE2-9570-CCA148945627}" type="presParOf" srcId="{3BFA7701-5D17-48E5-8EAF-0CE4B894FCD8}" destId="{2F68EEE9-28D4-49EC-A4B1-C191492E34F2}" srcOrd="0" destOrd="0" presId="urn:microsoft.com/office/officeart/2005/8/layout/cycle2"/>
    <dgm:cxn modelId="{2B1128C1-1013-41C6-82FD-476AD7446A92}" type="presParOf" srcId="{EA3ADED0-C9AD-4C17-98CE-D872DACD90E8}" destId="{4DD53E4A-81C3-4CAD-B31F-4C20BA5CFCD7}" srcOrd="8" destOrd="0" presId="urn:microsoft.com/office/officeart/2005/8/layout/cycle2"/>
    <dgm:cxn modelId="{028703BE-954F-45BA-ABA6-6B42C7EFF2AE}" type="presParOf" srcId="{EA3ADED0-C9AD-4C17-98CE-D872DACD90E8}" destId="{670EC530-2BF9-418C-9EBE-CFD33FE15D7D}" srcOrd="9" destOrd="0" presId="urn:microsoft.com/office/officeart/2005/8/layout/cycle2"/>
    <dgm:cxn modelId="{90C2E764-9240-4B68-A7BE-E8CF879D0910}" type="presParOf" srcId="{670EC530-2BF9-418C-9EBE-CFD33FE15D7D}" destId="{75E8BE9C-270B-4810-939F-EB750969C50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EDD4474-5105-4572-B94F-B4F5E4782FD6}" type="doc">
      <dgm:prSet loTypeId="urn:microsoft.com/office/officeart/2005/8/layout/vList5" loCatId="list" qsTypeId="urn:microsoft.com/office/officeart/2005/8/quickstyle/3d1" qsCatId="3D" csTypeId="urn:microsoft.com/office/officeart/2005/8/colors/colorful1#4" csCatId="colorful" phldr="1"/>
      <dgm:spPr/>
      <dgm:t>
        <a:bodyPr/>
        <a:lstStyle/>
        <a:p>
          <a:endParaRPr lang="en-US"/>
        </a:p>
      </dgm:t>
    </dgm:pt>
    <dgm:pt modelId="{2F9F6499-8A87-4895-8D43-E581613B5309}">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1</a:t>
          </a:r>
          <a:endParaRPr lang="en-US" dirty="0">
            <a:solidFill>
              <a:schemeClr val="bg1">
                <a:lumMod val="50000"/>
              </a:schemeClr>
            </a:solidFill>
          </a:endParaRPr>
        </a:p>
      </dgm:t>
    </dgm:pt>
    <dgm:pt modelId="{8BE1F363-58DE-4B33-B37E-0576AF4C4787}" type="parTrans" cxnId="{56033E77-E82D-4032-A015-87996624844C}">
      <dgm:prSet/>
      <dgm:spPr/>
      <dgm:t>
        <a:bodyPr/>
        <a:lstStyle/>
        <a:p>
          <a:endParaRPr lang="en-US"/>
        </a:p>
      </dgm:t>
    </dgm:pt>
    <dgm:pt modelId="{0A8B6C8B-4565-4C5E-8A04-DECBA3F46D66}" type="sibTrans" cxnId="{56033E77-E82D-4032-A015-87996624844C}">
      <dgm:prSet/>
      <dgm:spPr/>
      <dgm:t>
        <a:bodyPr/>
        <a:lstStyle/>
        <a:p>
          <a:endParaRPr lang="en-US"/>
        </a:p>
      </dgm:t>
    </dgm:pt>
    <dgm:pt modelId="{0271F4F0-5F5A-47C3-B389-0A268DAC8A8F}">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2</a:t>
          </a:r>
          <a:endParaRPr lang="en-US" dirty="0">
            <a:solidFill>
              <a:schemeClr val="bg1">
                <a:lumMod val="50000"/>
              </a:schemeClr>
            </a:solidFill>
          </a:endParaRPr>
        </a:p>
      </dgm:t>
    </dgm:pt>
    <dgm:pt modelId="{B813AACA-9F16-49A8-9E63-661611B26DE3}" type="parTrans" cxnId="{817213B6-C95C-4C1D-A93D-DFCF721D3032}">
      <dgm:prSet/>
      <dgm:spPr/>
      <dgm:t>
        <a:bodyPr/>
        <a:lstStyle/>
        <a:p>
          <a:endParaRPr lang="en-US"/>
        </a:p>
      </dgm:t>
    </dgm:pt>
    <dgm:pt modelId="{38D60B73-0A26-40D5-B734-2D9E6C83CE35}" type="sibTrans" cxnId="{817213B6-C95C-4C1D-A93D-DFCF721D3032}">
      <dgm:prSet/>
      <dgm:spPr/>
      <dgm:t>
        <a:bodyPr/>
        <a:lstStyle/>
        <a:p>
          <a:endParaRPr lang="en-US"/>
        </a:p>
      </dgm:t>
    </dgm:pt>
    <dgm:pt modelId="{6E265761-6ED8-4B00-AFCC-DD3BC9B2A0E6}">
      <dgm:prSet phldrT="[Text]" custT="1"/>
      <dgm:spPr>
        <a:solidFill>
          <a:schemeClr val="accent3">
            <a:alpha val="90000"/>
          </a:schemeClr>
        </a:solidFill>
      </dgm:spPr>
      <dgm:t>
        <a:bodyPr/>
        <a:lstStyle/>
        <a:p>
          <a:pPr marL="914400" indent="-914400"/>
          <a:r>
            <a:rPr lang="en-US" sz="2400" dirty="0" smtClean="0">
              <a:solidFill>
                <a:schemeClr val="bg1"/>
              </a:solidFill>
            </a:rPr>
            <a:t>Increase the reach of EWB in Campuses  </a:t>
          </a:r>
          <a:endParaRPr lang="en-US" sz="2400" dirty="0">
            <a:solidFill>
              <a:schemeClr val="bg1"/>
            </a:solidFill>
          </a:endParaRPr>
        </a:p>
      </dgm:t>
    </dgm:pt>
    <dgm:pt modelId="{85680AB6-5036-43F7-B88B-07D38C7CC8FC}" type="parTrans" cxnId="{8FD5E510-8583-423C-A869-3680BD377554}">
      <dgm:prSet/>
      <dgm:spPr/>
      <dgm:t>
        <a:bodyPr/>
        <a:lstStyle/>
        <a:p>
          <a:endParaRPr lang="en-US"/>
        </a:p>
      </dgm:t>
    </dgm:pt>
    <dgm:pt modelId="{A2131EA3-16AF-46F1-B299-12B3BBD74613}" type="sibTrans" cxnId="{8FD5E510-8583-423C-A869-3680BD377554}">
      <dgm:prSet/>
      <dgm:spPr/>
      <dgm:t>
        <a:bodyPr/>
        <a:lstStyle/>
        <a:p>
          <a:endParaRPr lang="en-US"/>
        </a:p>
      </dgm:t>
    </dgm:pt>
    <dgm:pt modelId="{48EC9D48-B447-420E-8D76-417C0F1F1CD4}">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3</a:t>
          </a:r>
          <a:endParaRPr lang="en-US" dirty="0">
            <a:solidFill>
              <a:schemeClr val="bg1">
                <a:lumMod val="50000"/>
              </a:schemeClr>
            </a:solidFill>
          </a:endParaRPr>
        </a:p>
      </dgm:t>
    </dgm:pt>
    <dgm:pt modelId="{B05FBB73-44A5-4F18-846C-7EA77CBAC763}" type="parTrans" cxnId="{B41F2B84-7419-478C-82ED-9493339403D8}">
      <dgm:prSet/>
      <dgm:spPr/>
      <dgm:t>
        <a:bodyPr/>
        <a:lstStyle/>
        <a:p>
          <a:endParaRPr lang="en-US"/>
        </a:p>
      </dgm:t>
    </dgm:pt>
    <dgm:pt modelId="{320F60E1-FB82-4791-B46B-C5644EE3822A}" type="sibTrans" cxnId="{B41F2B84-7419-478C-82ED-9493339403D8}">
      <dgm:prSet/>
      <dgm:spPr/>
      <dgm:t>
        <a:bodyPr/>
        <a:lstStyle/>
        <a:p>
          <a:endParaRPr lang="en-US"/>
        </a:p>
      </dgm:t>
    </dgm:pt>
    <dgm:pt modelId="{B44B4F92-697B-47A8-A203-7E3E66A70CA3}">
      <dgm:prSet phldrT="[Text]" custT="1"/>
      <dgm:spPr>
        <a:solidFill>
          <a:schemeClr val="accent4">
            <a:alpha val="90000"/>
          </a:schemeClr>
        </a:solidFill>
      </dgm:spPr>
      <dgm:t>
        <a:bodyPr/>
        <a:lstStyle/>
        <a:p>
          <a:pPr marL="914400" indent="-914400"/>
          <a:r>
            <a:rPr lang="en-US" sz="2400" dirty="0" smtClean="0">
              <a:solidFill>
                <a:schemeClr val="bg1"/>
              </a:solidFill>
            </a:rPr>
            <a:t>Gather opinion on sustainable Engineering Solutions </a:t>
          </a:r>
          <a:endParaRPr lang="en-US" sz="2400" dirty="0">
            <a:solidFill>
              <a:schemeClr val="bg1"/>
            </a:solidFill>
          </a:endParaRPr>
        </a:p>
      </dgm:t>
    </dgm:pt>
    <dgm:pt modelId="{3C1D84FF-3019-4EEC-84EE-12F53C6F92D7}" type="parTrans" cxnId="{69A7597D-2B65-4DA2-8FC4-495C8676B465}">
      <dgm:prSet/>
      <dgm:spPr/>
      <dgm:t>
        <a:bodyPr/>
        <a:lstStyle/>
        <a:p>
          <a:endParaRPr lang="en-US"/>
        </a:p>
      </dgm:t>
    </dgm:pt>
    <dgm:pt modelId="{32C13B34-2AED-48BD-952A-01E8A856D85A}" type="sibTrans" cxnId="{69A7597D-2B65-4DA2-8FC4-495C8676B465}">
      <dgm:prSet/>
      <dgm:spPr/>
      <dgm:t>
        <a:bodyPr/>
        <a:lstStyle/>
        <a:p>
          <a:endParaRPr lang="en-US"/>
        </a:p>
      </dgm:t>
    </dgm:pt>
    <dgm:pt modelId="{09BA1F44-AC19-4253-B684-D50C539E60F2}">
      <dgm:prSet phldrT="[Text]"/>
      <dgm:spPr>
        <a:gradFill flip="none" rotWithShape="1">
          <a:gsLst>
            <a:gs pos="0">
              <a:schemeClr val="bg1"/>
            </a:gs>
            <a:gs pos="100000">
              <a:schemeClr val="bg1">
                <a:lumMod val="75000"/>
              </a:schemeClr>
            </a:gs>
          </a:gsLst>
          <a:path path="circle">
            <a:fillToRect l="50000" t="50000" r="50000" b="50000"/>
          </a:path>
          <a:tileRect/>
        </a:gradFill>
      </dgm:spPr>
      <dgm:t>
        <a:bodyPr/>
        <a:lstStyle/>
        <a:p>
          <a:r>
            <a:rPr lang="en-US" dirty="0" smtClean="0">
              <a:solidFill>
                <a:schemeClr val="bg1">
                  <a:lumMod val="50000"/>
                </a:schemeClr>
              </a:solidFill>
            </a:rPr>
            <a:t>4</a:t>
          </a:r>
          <a:endParaRPr lang="en-US" dirty="0">
            <a:solidFill>
              <a:schemeClr val="bg1">
                <a:lumMod val="50000"/>
              </a:schemeClr>
            </a:solidFill>
          </a:endParaRPr>
        </a:p>
      </dgm:t>
    </dgm:pt>
    <dgm:pt modelId="{BFB4838E-67DF-49BD-834E-4A881DAE94C2}" type="parTrans" cxnId="{4917354A-09CC-414A-8825-F6D5D08BFE55}">
      <dgm:prSet/>
      <dgm:spPr/>
      <dgm:t>
        <a:bodyPr/>
        <a:lstStyle/>
        <a:p>
          <a:endParaRPr lang="en-US"/>
        </a:p>
      </dgm:t>
    </dgm:pt>
    <dgm:pt modelId="{2A1C411B-5511-4882-BFB9-3A75776FF245}" type="sibTrans" cxnId="{4917354A-09CC-414A-8825-F6D5D08BFE55}">
      <dgm:prSet/>
      <dgm:spPr/>
      <dgm:t>
        <a:bodyPr/>
        <a:lstStyle/>
        <a:p>
          <a:endParaRPr lang="en-US"/>
        </a:p>
      </dgm:t>
    </dgm:pt>
    <dgm:pt modelId="{0F949D85-0C1B-430B-A97C-02CE9D3DE72A}">
      <dgm:prSet phldrT="[Text]" custT="1"/>
      <dgm:spPr>
        <a:solidFill>
          <a:schemeClr val="accent6">
            <a:alpha val="90000"/>
          </a:schemeClr>
        </a:solidFill>
      </dgm:spPr>
      <dgm:t>
        <a:bodyPr/>
        <a:lstStyle/>
        <a:p>
          <a:pPr marL="914400" indent="-914400"/>
          <a:r>
            <a:rPr lang="en-US" sz="2400" dirty="0" smtClean="0">
              <a:solidFill>
                <a:schemeClr val="bg1"/>
              </a:solidFill>
            </a:rPr>
            <a:t>Interaction Platform  </a:t>
          </a:r>
          <a:endParaRPr lang="en-US" sz="2400" dirty="0">
            <a:solidFill>
              <a:schemeClr val="bg1"/>
            </a:solidFill>
          </a:endParaRPr>
        </a:p>
      </dgm:t>
    </dgm:pt>
    <dgm:pt modelId="{F9336465-AA63-4BB4-9D25-9AD362C0C9FD}" type="parTrans" cxnId="{1FB3DF05-0078-43F7-9587-D5CE3906930C}">
      <dgm:prSet/>
      <dgm:spPr/>
      <dgm:t>
        <a:bodyPr/>
        <a:lstStyle/>
        <a:p>
          <a:endParaRPr lang="en-US"/>
        </a:p>
      </dgm:t>
    </dgm:pt>
    <dgm:pt modelId="{AB715BA5-6AEB-43F5-8643-3E3539E29A61}" type="sibTrans" cxnId="{1FB3DF05-0078-43F7-9587-D5CE3906930C}">
      <dgm:prSet/>
      <dgm:spPr/>
      <dgm:t>
        <a:bodyPr/>
        <a:lstStyle/>
        <a:p>
          <a:endParaRPr lang="en-US"/>
        </a:p>
      </dgm:t>
    </dgm:pt>
    <dgm:pt modelId="{99B877B8-CEBA-47B2-AA4F-B6ED659DFB7F}">
      <dgm:prSet phldrT="[Text]" custT="1"/>
      <dgm:spPr>
        <a:solidFill>
          <a:schemeClr val="accent2">
            <a:alpha val="90000"/>
          </a:schemeClr>
        </a:solidFill>
      </dgm:spPr>
      <dgm:t>
        <a:bodyPr/>
        <a:lstStyle/>
        <a:p>
          <a:pPr marL="914400" indent="-914400"/>
          <a:r>
            <a:rPr lang="en-US" sz="2400" dirty="0" smtClean="0">
              <a:solidFill>
                <a:schemeClr val="bg1"/>
              </a:solidFill>
            </a:rPr>
            <a:t>Create Awareness </a:t>
          </a:r>
          <a:endParaRPr lang="en-US" sz="2400" dirty="0">
            <a:solidFill>
              <a:schemeClr val="bg1"/>
            </a:solidFill>
          </a:endParaRPr>
        </a:p>
      </dgm:t>
    </dgm:pt>
    <dgm:pt modelId="{7220D579-BC7E-48B4-ABD2-8DF515E1294B}" type="sibTrans" cxnId="{D1624B4E-FCEA-4785-9064-904C735ACA86}">
      <dgm:prSet/>
      <dgm:spPr/>
      <dgm:t>
        <a:bodyPr/>
        <a:lstStyle/>
        <a:p>
          <a:endParaRPr lang="en-US"/>
        </a:p>
      </dgm:t>
    </dgm:pt>
    <dgm:pt modelId="{1184EA28-87DB-4EC7-A57A-64384041F7CF}" type="parTrans" cxnId="{D1624B4E-FCEA-4785-9064-904C735ACA86}">
      <dgm:prSet/>
      <dgm:spPr/>
      <dgm:t>
        <a:bodyPr/>
        <a:lstStyle/>
        <a:p>
          <a:endParaRPr lang="en-US"/>
        </a:p>
      </dgm:t>
    </dgm:pt>
    <dgm:pt modelId="{65C10D57-AE46-48A6-9842-DE26D8A0E0B1}" type="pres">
      <dgm:prSet presAssocID="{EEDD4474-5105-4572-B94F-B4F5E4782FD6}" presName="Name0" presStyleCnt="0">
        <dgm:presLayoutVars>
          <dgm:dir/>
          <dgm:animLvl val="lvl"/>
          <dgm:resizeHandles val="exact"/>
        </dgm:presLayoutVars>
      </dgm:prSet>
      <dgm:spPr/>
      <dgm:t>
        <a:bodyPr/>
        <a:lstStyle/>
        <a:p>
          <a:endParaRPr lang="en-US"/>
        </a:p>
      </dgm:t>
    </dgm:pt>
    <dgm:pt modelId="{5474B167-69C0-4A98-A5AE-46F0EFFD5FF5}" type="pres">
      <dgm:prSet presAssocID="{2F9F6499-8A87-4895-8D43-E581613B5309}" presName="linNode" presStyleCnt="0"/>
      <dgm:spPr/>
    </dgm:pt>
    <dgm:pt modelId="{9E87D3F1-4C62-44C2-839D-F5FF792F807F}" type="pres">
      <dgm:prSet presAssocID="{2F9F6499-8A87-4895-8D43-E581613B5309}" presName="parentText" presStyleLbl="node1" presStyleIdx="0" presStyleCnt="4"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193D7722-BC70-46AA-A506-3DB4A98F9308}" type="pres">
      <dgm:prSet presAssocID="{2F9F6499-8A87-4895-8D43-E581613B5309}" presName="descendantText" presStyleLbl="alignAccFollowNode1" presStyleIdx="0" presStyleCnt="4"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0402F198-01DE-4387-8861-BED7BC71E74D}" type="pres">
      <dgm:prSet presAssocID="{0A8B6C8B-4565-4C5E-8A04-DECBA3F46D66}" presName="sp" presStyleCnt="0"/>
      <dgm:spPr/>
    </dgm:pt>
    <dgm:pt modelId="{0D507EBB-1CE4-4569-A615-7B867D686189}" type="pres">
      <dgm:prSet presAssocID="{0271F4F0-5F5A-47C3-B389-0A268DAC8A8F}" presName="linNode" presStyleCnt="0"/>
      <dgm:spPr/>
    </dgm:pt>
    <dgm:pt modelId="{A60E8B29-3A41-41E6-92ED-087DF974D6A6}" type="pres">
      <dgm:prSet presAssocID="{0271F4F0-5F5A-47C3-B389-0A268DAC8A8F}" presName="parentText" presStyleLbl="node1" presStyleIdx="1" presStyleCnt="4"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D12A3826-2E3C-4C07-A727-88547A37A6F8}" type="pres">
      <dgm:prSet presAssocID="{0271F4F0-5F5A-47C3-B389-0A268DAC8A8F}" presName="descendantText" presStyleLbl="alignAccFollowNode1" presStyleIdx="1" presStyleCnt="4"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C0B75B6E-1394-4A93-8E4F-271E63A6A3DE}" type="pres">
      <dgm:prSet presAssocID="{38D60B73-0A26-40D5-B734-2D9E6C83CE35}" presName="sp" presStyleCnt="0"/>
      <dgm:spPr/>
    </dgm:pt>
    <dgm:pt modelId="{2F2F68BE-C28B-4D93-AB40-F2BA188B62C6}" type="pres">
      <dgm:prSet presAssocID="{48EC9D48-B447-420E-8D76-417C0F1F1CD4}" presName="linNode" presStyleCnt="0"/>
      <dgm:spPr/>
    </dgm:pt>
    <dgm:pt modelId="{3364F820-B13F-496A-8388-7D4ADED4386F}" type="pres">
      <dgm:prSet presAssocID="{48EC9D48-B447-420E-8D76-417C0F1F1CD4}" presName="parentText" presStyleLbl="node1" presStyleIdx="2" presStyleCnt="4"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B8C87BA3-2339-4CFC-B0F3-582D7C37476C}" type="pres">
      <dgm:prSet presAssocID="{48EC9D48-B447-420E-8D76-417C0F1F1CD4}" presName="descendantText" presStyleLbl="alignAccFollowNode1" presStyleIdx="2" presStyleCnt="4" custScaleX="1428222" custScaleY="63623" custLinFactX="-45438" custLinFactNeighborX="-100000">
        <dgm:presLayoutVars>
          <dgm:bulletEnabled val="1"/>
        </dgm:presLayoutVars>
      </dgm:prSet>
      <dgm:spPr>
        <a:prstGeom prst="snip2DiagRect">
          <a:avLst/>
        </a:prstGeom>
      </dgm:spPr>
      <dgm:t>
        <a:bodyPr/>
        <a:lstStyle/>
        <a:p>
          <a:endParaRPr lang="en-US"/>
        </a:p>
      </dgm:t>
    </dgm:pt>
    <dgm:pt modelId="{6C45377D-665B-4B32-8E82-93D7AAB20CBE}" type="pres">
      <dgm:prSet presAssocID="{320F60E1-FB82-4791-B46B-C5644EE3822A}" presName="sp" presStyleCnt="0"/>
      <dgm:spPr/>
    </dgm:pt>
    <dgm:pt modelId="{7863A837-824B-4A6B-B523-4FC50ACEEF41}" type="pres">
      <dgm:prSet presAssocID="{09BA1F44-AC19-4253-B684-D50C539E60F2}" presName="linNode" presStyleCnt="0"/>
      <dgm:spPr/>
    </dgm:pt>
    <dgm:pt modelId="{D91B0B47-F3B7-4737-BE5C-BB3F0115C9EB}" type="pres">
      <dgm:prSet presAssocID="{09BA1F44-AC19-4253-B684-D50C539E60F2}" presName="parentText" presStyleLbl="node1" presStyleIdx="3" presStyleCnt="4" custScaleX="322220" custScaleY="37952" custLinFactX="47599" custLinFactNeighborX="100000">
        <dgm:presLayoutVars>
          <dgm:chMax val="1"/>
          <dgm:bulletEnabled val="1"/>
        </dgm:presLayoutVars>
      </dgm:prSet>
      <dgm:spPr>
        <a:prstGeom prst="ellipse">
          <a:avLst/>
        </a:prstGeom>
      </dgm:spPr>
      <dgm:t>
        <a:bodyPr/>
        <a:lstStyle/>
        <a:p>
          <a:endParaRPr lang="en-US"/>
        </a:p>
      </dgm:t>
    </dgm:pt>
    <dgm:pt modelId="{F54CC983-2FE2-4D0A-B507-72F8DDB1CE8B}" type="pres">
      <dgm:prSet presAssocID="{09BA1F44-AC19-4253-B684-D50C539E60F2}" presName="descendantText" presStyleLbl="alignAccFollowNode1" presStyleIdx="3" presStyleCnt="4" custScaleX="1428222" custScaleY="63623" custLinFactX="-45438" custLinFactNeighborX="-100000">
        <dgm:presLayoutVars>
          <dgm:bulletEnabled val="1"/>
        </dgm:presLayoutVars>
      </dgm:prSet>
      <dgm:spPr>
        <a:prstGeom prst="snip2DiagRect">
          <a:avLst/>
        </a:prstGeom>
      </dgm:spPr>
      <dgm:t>
        <a:bodyPr/>
        <a:lstStyle/>
        <a:p>
          <a:endParaRPr lang="en-US"/>
        </a:p>
      </dgm:t>
    </dgm:pt>
  </dgm:ptLst>
  <dgm:cxnLst>
    <dgm:cxn modelId="{56033E77-E82D-4032-A015-87996624844C}" srcId="{EEDD4474-5105-4572-B94F-B4F5E4782FD6}" destId="{2F9F6499-8A87-4895-8D43-E581613B5309}" srcOrd="0" destOrd="0" parTransId="{8BE1F363-58DE-4B33-B37E-0576AF4C4787}" sibTransId="{0A8B6C8B-4565-4C5E-8A04-DECBA3F46D66}"/>
    <dgm:cxn modelId="{E5EBE74C-71FB-4E33-A4B9-33552F33AC3B}" type="presOf" srcId="{09BA1F44-AC19-4253-B684-D50C539E60F2}" destId="{D91B0B47-F3B7-4737-BE5C-BB3F0115C9EB}" srcOrd="0" destOrd="0" presId="urn:microsoft.com/office/officeart/2005/8/layout/vList5"/>
    <dgm:cxn modelId="{5C697126-170F-4D54-9049-7BF3969C8FE9}" type="presOf" srcId="{48EC9D48-B447-420E-8D76-417C0F1F1CD4}" destId="{3364F820-B13F-496A-8388-7D4ADED4386F}" srcOrd="0" destOrd="0" presId="urn:microsoft.com/office/officeart/2005/8/layout/vList5"/>
    <dgm:cxn modelId="{B41F2B84-7419-478C-82ED-9493339403D8}" srcId="{EEDD4474-5105-4572-B94F-B4F5E4782FD6}" destId="{48EC9D48-B447-420E-8D76-417C0F1F1CD4}" srcOrd="2" destOrd="0" parTransId="{B05FBB73-44A5-4F18-846C-7EA77CBAC763}" sibTransId="{320F60E1-FB82-4791-B46B-C5644EE3822A}"/>
    <dgm:cxn modelId="{DBD304CD-E1B6-468F-B82F-F450EA9FAE1A}" type="presOf" srcId="{99B877B8-CEBA-47B2-AA4F-B6ED659DFB7F}" destId="{193D7722-BC70-46AA-A506-3DB4A98F9308}" srcOrd="0" destOrd="0" presId="urn:microsoft.com/office/officeart/2005/8/layout/vList5"/>
    <dgm:cxn modelId="{23E1DA61-9D35-4893-8BEC-7424776C39AF}" type="presOf" srcId="{B44B4F92-697B-47A8-A203-7E3E66A70CA3}" destId="{B8C87BA3-2339-4CFC-B0F3-582D7C37476C}" srcOrd="0" destOrd="0" presId="urn:microsoft.com/office/officeart/2005/8/layout/vList5"/>
    <dgm:cxn modelId="{D1624B4E-FCEA-4785-9064-904C735ACA86}" srcId="{2F9F6499-8A87-4895-8D43-E581613B5309}" destId="{99B877B8-CEBA-47B2-AA4F-B6ED659DFB7F}" srcOrd="0" destOrd="0" parTransId="{1184EA28-87DB-4EC7-A57A-64384041F7CF}" sibTransId="{7220D579-BC7E-48B4-ABD2-8DF515E1294B}"/>
    <dgm:cxn modelId="{A732D4A6-345B-43A2-8D2F-01687710766E}" type="presOf" srcId="{6E265761-6ED8-4B00-AFCC-DD3BC9B2A0E6}" destId="{D12A3826-2E3C-4C07-A727-88547A37A6F8}" srcOrd="0" destOrd="0" presId="urn:microsoft.com/office/officeart/2005/8/layout/vList5"/>
    <dgm:cxn modelId="{1FB3DF05-0078-43F7-9587-D5CE3906930C}" srcId="{09BA1F44-AC19-4253-B684-D50C539E60F2}" destId="{0F949D85-0C1B-430B-A97C-02CE9D3DE72A}" srcOrd="0" destOrd="0" parTransId="{F9336465-AA63-4BB4-9D25-9AD362C0C9FD}" sibTransId="{AB715BA5-6AEB-43F5-8643-3E3539E29A61}"/>
    <dgm:cxn modelId="{00175975-45C1-4596-9565-C5C79EE49EB0}" type="presOf" srcId="{0F949D85-0C1B-430B-A97C-02CE9D3DE72A}" destId="{F54CC983-2FE2-4D0A-B507-72F8DDB1CE8B}" srcOrd="0" destOrd="0" presId="urn:microsoft.com/office/officeart/2005/8/layout/vList5"/>
    <dgm:cxn modelId="{69A7597D-2B65-4DA2-8FC4-495C8676B465}" srcId="{48EC9D48-B447-420E-8D76-417C0F1F1CD4}" destId="{B44B4F92-697B-47A8-A203-7E3E66A70CA3}" srcOrd="0" destOrd="0" parTransId="{3C1D84FF-3019-4EEC-84EE-12F53C6F92D7}" sibTransId="{32C13B34-2AED-48BD-952A-01E8A856D85A}"/>
    <dgm:cxn modelId="{4917354A-09CC-414A-8825-F6D5D08BFE55}" srcId="{EEDD4474-5105-4572-B94F-B4F5E4782FD6}" destId="{09BA1F44-AC19-4253-B684-D50C539E60F2}" srcOrd="3" destOrd="0" parTransId="{BFB4838E-67DF-49BD-834E-4A881DAE94C2}" sibTransId="{2A1C411B-5511-4882-BFB9-3A75776FF245}"/>
    <dgm:cxn modelId="{54843EDA-EEF3-4972-BB4C-7346A3E494E4}" type="presOf" srcId="{0271F4F0-5F5A-47C3-B389-0A268DAC8A8F}" destId="{A60E8B29-3A41-41E6-92ED-087DF974D6A6}" srcOrd="0" destOrd="0" presId="urn:microsoft.com/office/officeart/2005/8/layout/vList5"/>
    <dgm:cxn modelId="{6182A367-47AE-40FA-8F09-F15007D2E369}" type="presOf" srcId="{2F9F6499-8A87-4895-8D43-E581613B5309}" destId="{9E87D3F1-4C62-44C2-839D-F5FF792F807F}" srcOrd="0" destOrd="0" presId="urn:microsoft.com/office/officeart/2005/8/layout/vList5"/>
    <dgm:cxn modelId="{3C33C00A-8E16-4098-9C71-98319C426814}" type="presOf" srcId="{EEDD4474-5105-4572-B94F-B4F5E4782FD6}" destId="{65C10D57-AE46-48A6-9842-DE26D8A0E0B1}" srcOrd="0" destOrd="0" presId="urn:microsoft.com/office/officeart/2005/8/layout/vList5"/>
    <dgm:cxn modelId="{8FD5E510-8583-423C-A869-3680BD377554}" srcId="{0271F4F0-5F5A-47C3-B389-0A268DAC8A8F}" destId="{6E265761-6ED8-4B00-AFCC-DD3BC9B2A0E6}" srcOrd="0" destOrd="0" parTransId="{85680AB6-5036-43F7-B88B-07D38C7CC8FC}" sibTransId="{A2131EA3-16AF-46F1-B299-12B3BBD74613}"/>
    <dgm:cxn modelId="{817213B6-C95C-4C1D-A93D-DFCF721D3032}" srcId="{EEDD4474-5105-4572-B94F-B4F5E4782FD6}" destId="{0271F4F0-5F5A-47C3-B389-0A268DAC8A8F}" srcOrd="1" destOrd="0" parTransId="{B813AACA-9F16-49A8-9E63-661611B26DE3}" sibTransId="{38D60B73-0A26-40D5-B734-2D9E6C83CE35}"/>
    <dgm:cxn modelId="{811CF86F-73B0-46B5-9676-DD3891A8E05A}" type="presParOf" srcId="{65C10D57-AE46-48A6-9842-DE26D8A0E0B1}" destId="{5474B167-69C0-4A98-A5AE-46F0EFFD5FF5}" srcOrd="0" destOrd="0" presId="urn:microsoft.com/office/officeart/2005/8/layout/vList5"/>
    <dgm:cxn modelId="{3770F86B-9E1A-4923-BB58-56A9A9EE26AB}" type="presParOf" srcId="{5474B167-69C0-4A98-A5AE-46F0EFFD5FF5}" destId="{9E87D3F1-4C62-44C2-839D-F5FF792F807F}" srcOrd="0" destOrd="0" presId="urn:microsoft.com/office/officeart/2005/8/layout/vList5"/>
    <dgm:cxn modelId="{D6BEC7E2-6957-47B0-BDFD-B2F59771F159}" type="presParOf" srcId="{5474B167-69C0-4A98-A5AE-46F0EFFD5FF5}" destId="{193D7722-BC70-46AA-A506-3DB4A98F9308}" srcOrd="1" destOrd="0" presId="urn:microsoft.com/office/officeart/2005/8/layout/vList5"/>
    <dgm:cxn modelId="{DB76ACF9-B2DD-48E3-963E-BDA9EFBDC005}" type="presParOf" srcId="{65C10D57-AE46-48A6-9842-DE26D8A0E0B1}" destId="{0402F198-01DE-4387-8861-BED7BC71E74D}" srcOrd="1" destOrd="0" presId="urn:microsoft.com/office/officeart/2005/8/layout/vList5"/>
    <dgm:cxn modelId="{DB4F102C-2ED9-4DDA-961A-F494D2170608}" type="presParOf" srcId="{65C10D57-AE46-48A6-9842-DE26D8A0E0B1}" destId="{0D507EBB-1CE4-4569-A615-7B867D686189}" srcOrd="2" destOrd="0" presId="urn:microsoft.com/office/officeart/2005/8/layout/vList5"/>
    <dgm:cxn modelId="{C0DD3C9B-ED2F-45A5-A70E-7F86B599CEF6}" type="presParOf" srcId="{0D507EBB-1CE4-4569-A615-7B867D686189}" destId="{A60E8B29-3A41-41E6-92ED-087DF974D6A6}" srcOrd="0" destOrd="0" presId="urn:microsoft.com/office/officeart/2005/8/layout/vList5"/>
    <dgm:cxn modelId="{E461EAAE-8AD5-4DF5-AA09-69A26F2B77F3}" type="presParOf" srcId="{0D507EBB-1CE4-4569-A615-7B867D686189}" destId="{D12A3826-2E3C-4C07-A727-88547A37A6F8}" srcOrd="1" destOrd="0" presId="urn:microsoft.com/office/officeart/2005/8/layout/vList5"/>
    <dgm:cxn modelId="{B9DFB371-91C7-4ECE-8854-F5F54C195F74}" type="presParOf" srcId="{65C10D57-AE46-48A6-9842-DE26D8A0E0B1}" destId="{C0B75B6E-1394-4A93-8E4F-271E63A6A3DE}" srcOrd="3" destOrd="0" presId="urn:microsoft.com/office/officeart/2005/8/layout/vList5"/>
    <dgm:cxn modelId="{68EAB15F-4E79-46B7-A012-AE7AD01F70D0}" type="presParOf" srcId="{65C10D57-AE46-48A6-9842-DE26D8A0E0B1}" destId="{2F2F68BE-C28B-4D93-AB40-F2BA188B62C6}" srcOrd="4" destOrd="0" presId="urn:microsoft.com/office/officeart/2005/8/layout/vList5"/>
    <dgm:cxn modelId="{5ED12331-7083-4A5B-ABC7-D49678A68CF1}" type="presParOf" srcId="{2F2F68BE-C28B-4D93-AB40-F2BA188B62C6}" destId="{3364F820-B13F-496A-8388-7D4ADED4386F}" srcOrd="0" destOrd="0" presId="urn:microsoft.com/office/officeart/2005/8/layout/vList5"/>
    <dgm:cxn modelId="{FE99498A-7E3D-4CD7-B00B-6E630A961908}" type="presParOf" srcId="{2F2F68BE-C28B-4D93-AB40-F2BA188B62C6}" destId="{B8C87BA3-2339-4CFC-B0F3-582D7C37476C}" srcOrd="1" destOrd="0" presId="urn:microsoft.com/office/officeart/2005/8/layout/vList5"/>
    <dgm:cxn modelId="{E1B5FC73-97B8-452E-A703-BF1F338B3D18}" type="presParOf" srcId="{65C10D57-AE46-48A6-9842-DE26D8A0E0B1}" destId="{6C45377D-665B-4B32-8E82-93D7AAB20CBE}" srcOrd="5" destOrd="0" presId="urn:microsoft.com/office/officeart/2005/8/layout/vList5"/>
    <dgm:cxn modelId="{E87EE7D5-C4A2-4695-B88B-002531686791}" type="presParOf" srcId="{65C10D57-AE46-48A6-9842-DE26D8A0E0B1}" destId="{7863A837-824B-4A6B-B523-4FC50ACEEF41}" srcOrd="6" destOrd="0" presId="urn:microsoft.com/office/officeart/2005/8/layout/vList5"/>
    <dgm:cxn modelId="{2059C851-F207-4B45-81E3-48331D3CBE8D}" type="presParOf" srcId="{7863A837-824B-4A6B-B523-4FC50ACEEF41}" destId="{D91B0B47-F3B7-4737-BE5C-BB3F0115C9EB}" srcOrd="0" destOrd="0" presId="urn:microsoft.com/office/officeart/2005/8/layout/vList5"/>
    <dgm:cxn modelId="{344069ED-2D9B-4153-AC8B-2FC2141710E3}" type="presParOf" srcId="{7863A837-824B-4A6B-B523-4FC50ACEEF41}" destId="{F54CC983-2FE2-4D0A-B507-72F8DDB1CE8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52840DF-8D5B-484D-896D-B93D29C06196}"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US"/>
        </a:p>
      </dgm:t>
    </dgm:pt>
    <dgm:pt modelId="{9126C300-2B5A-407A-B099-D883DF548D1F}">
      <dgm:prSet phldrT="[Text]" custT="1"/>
      <dgm:spPr>
        <a:gradFill flip="none" rotWithShape="1">
          <a:gsLst>
            <a:gs pos="0">
              <a:schemeClr val="bg1">
                <a:lumMod val="65000"/>
              </a:schemeClr>
            </a:gs>
            <a:gs pos="80000">
              <a:schemeClr val="bg1">
                <a:lumMod val="65000"/>
              </a:schemeClr>
            </a:gs>
            <a:gs pos="100000">
              <a:schemeClr val="bg1">
                <a:lumMod val="85000"/>
              </a:schemeClr>
            </a:gs>
          </a:gsLst>
          <a:lin ang="16200000" scaled="1"/>
          <a:tileRect/>
        </a:gradFill>
      </dgm:spPr>
      <dgm:t>
        <a:bodyPr/>
        <a:lstStyle/>
        <a:p>
          <a:r>
            <a:rPr lang="en-US" sz="2400" b="1" dirty="0" smtClean="0">
              <a:solidFill>
                <a:schemeClr val="accent5">
                  <a:lumMod val="50000"/>
                </a:schemeClr>
              </a:solidFill>
              <a:latin typeface="Adobe Arabic" panose="02040503050201020203" pitchFamily="18" charset="-78"/>
              <a:cs typeface="Adobe Arabic" panose="02040503050201020203" pitchFamily="18" charset="-78"/>
            </a:rPr>
            <a:t>Social Media Networking</a:t>
          </a:r>
          <a:endParaRPr lang="en-US" sz="2400" b="1" dirty="0">
            <a:solidFill>
              <a:schemeClr val="accent5">
                <a:lumMod val="50000"/>
              </a:schemeClr>
            </a:solidFill>
            <a:latin typeface="Adobe Arabic" panose="02040503050201020203" pitchFamily="18" charset="-78"/>
            <a:cs typeface="Adobe Arabic" panose="02040503050201020203" pitchFamily="18" charset="-78"/>
          </a:endParaRPr>
        </a:p>
      </dgm:t>
    </dgm:pt>
    <dgm:pt modelId="{68C5C721-6E00-405F-83E5-B29DF76F19F9}" type="parTrans" cxnId="{205339F3-2144-4086-9C7C-9027AFF0017D}">
      <dgm:prSet/>
      <dgm:spPr/>
      <dgm:t>
        <a:bodyPr/>
        <a:lstStyle/>
        <a:p>
          <a:endParaRPr lang="en-US"/>
        </a:p>
      </dgm:t>
    </dgm:pt>
    <dgm:pt modelId="{8A61AD11-2142-4BF7-9215-DBF7E1ED59D1}" type="sibTrans" cxnId="{205339F3-2144-4086-9C7C-9027AFF0017D}">
      <dgm:prSet/>
      <dgm:spPr/>
      <dgm:t>
        <a:bodyPr/>
        <a:lstStyle/>
        <a:p>
          <a:endParaRPr lang="en-US"/>
        </a:p>
      </dgm:t>
    </dgm:pt>
    <dgm:pt modelId="{6FB2D1F5-71BE-46C2-9752-FC4362EB43A7}" type="pres">
      <dgm:prSet presAssocID="{C52840DF-8D5B-484D-896D-B93D29C06196}" presName="diagram" presStyleCnt="0">
        <dgm:presLayoutVars>
          <dgm:chMax val="1"/>
          <dgm:dir/>
          <dgm:animLvl val="ctr"/>
          <dgm:resizeHandles val="exact"/>
        </dgm:presLayoutVars>
      </dgm:prSet>
      <dgm:spPr/>
      <dgm:t>
        <a:bodyPr/>
        <a:lstStyle/>
        <a:p>
          <a:endParaRPr lang="en-US"/>
        </a:p>
      </dgm:t>
    </dgm:pt>
    <dgm:pt modelId="{F81EAEEC-E405-46FA-81D1-576EE0EA1C35}" type="pres">
      <dgm:prSet presAssocID="{C52840DF-8D5B-484D-896D-B93D29C06196}" presName="matrix" presStyleCnt="0"/>
      <dgm:spPr/>
    </dgm:pt>
    <dgm:pt modelId="{35894D2A-7448-4EEF-BE7A-AFECDF46E879}" type="pres">
      <dgm:prSet presAssocID="{C52840DF-8D5B-484D-896D-B93D29C06196}" presName="tile1" presStyleLbl="node1" presStyleIdx="0" presStyleCnt="4"/>
      <dgm:spPr>
        <a:blipFill rotWithShape="0">
          <a:blip xmlns:r="http://schemas.openxmlformats.org/officeDocument/2006/relationships" r:embed="rId1"/>
          <a:stretch>
            <a:fillRect/>
          </a:stretch>
        </a:blipFill>
      </dgm:spPr>
      <dgm:t>
        <a:bodyPr/>
        <a:lstStyle/>
        <a:p>
          <a:endParaRPr lang="en-US"/>
        </a:p>
      </dgm:t>
    </dgm:pt>
    <dgm:pt modelId="{7D6BE7A4-F4F8-41A6-B378-82CB3DEF028B}" type="pres">
      <dgm:prSet presAssocID="{C52840DF-8D5B-484D-896D-B93D29C06196}" presName="tile1text" presStyleLbl="node1" presStyleIdx="0" presStyleCnt="4">
        <dgm:presLayoutVars>
          <dgm:chMax val="0"/>
          <dgm:chPref val="0"/>
          <dgm:bulletEnabled val="1"/>
        </dgm:presLayoutVars>
      </dgm:prSet>
      <dgm:spPr>
        <a:blipFill rotWithShape="0">
          <a:blip xmlns:r="http://schemas.openxmlformats.org/officeDocument/2006/relationships" r:embed="rId2"/>
          <a:stretch>
            <a:fillRect/>
          </a:stretch>
        </a:blipFill>
      </dgm:spPr>
      <dgm:t>
        <a:bodyPr/>
        <a:lstStyle/>
        <a:p>
          <a:endParaRPr lang="en-US"/>
        </a:p>
      </dgm:t>
    </dgm:pt>
    <dgm:pt modelId="{261419D1-020B-4657-BF78-9F0E18F7ED53}" type="pres">
      <dgm:prSet presAssocID="{C52840DF-8D5B-484D-896D-B93D29C06196}" presName="tile2" presStyleLbl="node1" presStyleIdx="1" presStyleCnt="4"/>
      <dgm:spPr>
        <a:blipFill rotWithShape="0">
          <a:blip xmlns:r="http://schemas.openxmlformats.org/officeDocument/2006/relationships" r:embed="rId3"/>
          <a:stretch>
            <a:fillRect/>
          </a:stretch>
        </a:blipFill>
      </dgm:spPr>
      <dgm:t>
        <a:bodyPr/>
        <a:lstStyle/>
        <a:p>
          <a:endParaRPr lang="en-US"/>
        </a:p>
      </dgm:t>
    </dgm:pt>
    <dgm:pt modelId="{6AE1032C-5A52-45A7-B42C-E3AD4E29B0D4}" type="pres">
      <dgm:prSet presAssocID="{C52840DF-8D5B-484D-896D-B93D29C06196}" presName="tile2text" presStyleLbl="node1" presStyleIdx="1" presStyleCnt="4">
        <dgm:presLayoutVars>
          <dgm:chMax val="0"/>
          <dgm:chPref val="0"/>
          <dgm:bulletEnabled val="1"/>
        </dgm:presLayoutVars>
      </dgm:prSet>
      <dgm:spPr/>
      <dgm:t>
        <a:bodyPr/>
        <a:lstStyle/>
        <a:p>
          <a:endParaRPr lang="en-US"/>
        </a:p>
      </dgm:t>
    </dgm:pt>
    <dgm:pt modelId="{94D001CF-E85D-43CF-A52B-834DD35C680F}" type="pres">
      <dgm:prSet presAssocID="{C52840DF-8D5B-484D-896D-B93D29C06196}" presName="tile3" presStyleLbl="node1" presStyleIdx="2" presStyleCnt="4"/>
      <dgm:spPr>
        <a:blipFill rotWithShape="0">
          <a:blip xmlns:r="http://schemas.openxmlformats.org/officeDocument/2006/relationships" r:embed="rId4"/>
          <a:stretch>
            <a:fillRect/>
          </a:stretch>
        </a:blipFill>
      </dgm:spPr>
      <dgm:t>
        <a:bodyPr/>
        <a:lstStyle/>
        <a:p>
          <a:endParaRPr lang="en-US"/>
        </a:p>
      </dgm:t>
    </dgm:pt>
    <dgm:pt modelId="{7BA5ED7B-4C9D-4749-976E-6907BA0B55EF}" type="pres">
      <dgm:prSet presAssocID="{C52840DF-8D5B-484D-896D-B93D29C06196}" presName="tile3text" presStyleLbl="node1" presStyleIdx="2" presStyleCnt="4">
        <dgm:presLayoutVars>
          <dgm:chMax val="0"/>
          <dgm:chPref val="0"/>
          <dgm:bulletEnabled val="1"/>
        </dgm:presLayoutVars>
      </dgm:prSet>
      <dgm:spPr/>
      <dgm:t>
        <a:bodyPr/>
        <a:lstStyle/>
        <a:p>
          <a:endParaRPr lang="en-US"/>
        </a:p>
      </dgm:t>
    </dgm:pt>
    <dgm:pt modelId="{0CD42C0B-1FA3-425E-90C8-A1C3A2B21B06}" type="pres">
      <dgm:prSet presAssocID="{C52840DF-8D5B-484D-896D-B93D29C06196}" presName="tile4" presStyleLbl="node1" presStyleIdx="3" presStyleCnt="4"/>
      <dgm:spPr>
        <a:blipFill rotWithShape="0">
          <a:blip xmlns:r="http://schemas.openxmlformats.org/officeDocument/2006/relationships" r:embed="rId5"/>
          <a:stretch>
            <a:fillRect/>
          </a:stretch>
        </a:blipFill>
      </dgm:spPr>
      <dgm:t>
        <a:bodyPr/>
        <a:lstStyle/>
        <a:p>
          <a:endParaRPr lang="en-US"/>
        </a:p>
      </dgm:t>
    </dgm:pt>
    <dgm:pt modelId="{5408CB34-D5AA-41FA-B3B2-04CFE8A47361}" type="pres">
      <dgm:prSet presAssocID="{C52840DF-8D5B-484D-896D-B93D29C06196}" presName="tile4text" presStyleLbl="node1" presStyleIdx="3" presStyleCnt="4">
        <dgm:presLayoutVars>
          <dgm:chMax val="0"/>
          <dgm:chPref val="0"/>
          <dgm:bulletEnabled val="1"/>
        </dgm:presLayoutVars>
      </dgm:prSet>
      <dgm:spPr/>
      <dgm:t>
        <a:bodyPr/>
        <a:lstStyle/>
        <a:p>
          <a:endParaRPr lang="en-US"/>
        </a:p>
      </dgm:t>
    </dgm:pt>
    <dgm:pt modelId="{A4D9E059-1CF5-46B4-9BDC-6A89B9F2C818}" type="pres">
      <dgm:prSet presAssocID="{C52840DF-8D5B-484D-896D-B93D29C06196}" presName="centerTile" presStyleLbl="fgShp" presStyleIdx="0" presStyleCnt="1" custScaleY="160841">
        <dgm:presLayoutVars>
          <dgm:chMax val="0"/>
          <dgm:chPref val="0"/>
        </dgm:presLayoutVars>
      </dgm:prSet>
      <dgm:spPr/>
      <dgm:t>
        <a:bodyPr/>
        <a:lstStyle/>
        <a:p>
          <a:endParaRPr lang="en-US"/>
        </a:p>
      </dgm:t>
    </dgm:pt>
  </dgm:ptLst>
  <dgm:cxnLst>
    <dgm:cxn modelId="{205339F3-2144-4086-9C7C-9027AFF0017D}" srcId="{C52840DF-8D5B-484D-896D-B93D29C06196}" destId="{9126C300-2B5A-407A-B099-D883DF548D1F}" srcOrd="0" destOrd="0" parTransId="{68C5C721-6E00-405F-83E5-B29DF76F19F9}" sibTransId="{8A61AD11-2142-4BF7-9215-DBF7E1ED59D1}"/>
    <dgm:cxn modelId="{D2B6E812-E9FB-476C-ABBE-990DA85F5FCC}" type="presOf" srcId="{C52840DF-8D5B-484D-896D-B93D29C06196}" destId="{6FB2D1F5-71BE-46C2-9752-FC4362EB43A7}" srcOrd="0" destOrd="0" presId="urn:microsoft.com/office/officeart/2005/8/layout/matrix1"/>
    <dgm:cxn modelId="{297588E5-6425-47C3-92F0-BF8AE1E8A5E9}" type="presOf" srcId="{9126C300-2B5A-407A-B099-D883DF548D1F}" destId="{A4D9E059-1CF5-46B4-9BDC-6A89B9F2C818}" srcOrd="0" destOrd="0" presId="urn:microsoft.com/office/officeart/2005/8/layout/matrix1"/>
    <dgm:cxn modelId="{06B55A94-7746-46AD-80DE-60CCBD21B4C5}" type="presParOf" srcId="{6FB2D1F5-71BE-46C2-9752-FC4362EB43A7}" destId="{F81EAEEC-E405-46FA-81D1-576EE0EA1C35}" srcOrd="0" destOrd="0" presId="urn:microsoft.com/office/officeart/2005/8/layout/matrix1"/>
    <dgm:cxn modelId="{3989230F-EFB2-4853-96DF-3B2CFA9DB249}" type="presParOf" srcId="{F81EAEEC-E405-46FA-81D1-576EE0EA1C35}" destId="{35894D2A-7448-4EEF-BE7A-AFECDF46E879}" srcOrd="0" destOrd="0" presId="urn:microsoft.com/office/officeart/2005/8/layout/matrix1"/>
    <dgm:cxn modelId="{235667FF-6229-40E0-96A3-D0D2EF1D7AB5}" type="presParOf" srcId="{F81EAEEC-E405-46FA-81D1-576EE0EA1C35}" destId="{7D6BE7A4-F4F8-41A6-B378-82CB3DEF028B}" srcOrd="1" destOrd="0" presId="urn:microsoft.com/office/officeart/2005/8/layout/matrix1"/>
    <dgm:cxn modelId="{D653037F-7CFF-4AC2-8DF5-451F48DA4AE7}" type="presParOf" srcId="{F81EAEEC-E405-46FA-81D1-576EE0EA1C35}" destId="{261419D1-020B-4657-BF78-9F0E18F7ED53}" srcOrd="2" destOrd="0" presId="urn:microsoft.com/office/officeart/2005/8/layout/matrix1"/>
    <dgm:cxn modelId="{65DAF0F2-7B05-4E9A-B8F8-AAA56B3702C0}" type="presParOf" srcId="{F81EAEEC-E405-46FA-81D1-576EE0EA1C35}" destId="{6AE1032C-5A52-45A7-B42C-E3AD4E29B0D4}" srcOrd="3" destOrd="0" presId="urn:microsoft.com/office/officeart/2005/8/layout/matrix1"/>
    <dgm:cxn modelId="{052BF6CB-129C-4B95-B929-02A3367EA36D}" type="presParOf" srcId="{F81EAEEC-E405-46FA-81D1-576EE0EA1C35}" destId="{94D001CF-E85D-43CF-A52B-834DD35C680F}" srcOrd="4" destOrd="0" presId="urn:microsoft.com/office/officeart/2005/8/layout/matrix1"/>
    <dgm:cxn modelId="{0ECDF71A-1DCA-4BFB-8F24-78EC302FDD41}" type="presParOf" srcId="{F81EAEEC-E405-46FA-81D1-576EE0EA1C35}" destId="{7BA5ED7B-4C9D-4749-976E-6907BA0B55EF}" srcOrd="5" destOrd="0" presId="urn:microsoft.com/office/officeart/2005/8/layout/matrix1"/>
    <dgm:cxn modelId="{347F1B13-C26B-4BA9-8ACD-88B3F2385DFD}" type="presParOf" srcId="{F81EAEEC-E405-46FA-81D1-576EE0EA1C35}" destId="{0CD42C0B-1FA3-425E-90C8-A1C3A2B21B06}" srcOrd="6" destOrd="0" presId="urn:microsoft.com/office/officeart/2005/8/layout/matrix1"/>
    <dgm:cxn modelId="{A24EA97C-C687-437B-9B15-A2535F99F0C8}" type="presParOf" srcId="{F81EAEEC-E405-46FA-81D1-576EE0EA1C35}" destId="{5408CB34-D5AA-41FA-B3B2-04CFE8A47361}" srcOrd="7" destOrd="0" presId="urn:microsoft.com/office/officeart/2005/8/layout/matrix1"/>
    <dgm:cxn modelId="{C91A585A-CF09-45E8-9A62-C40336A78CDC}" type="presParOf" srcId="{6FB2D1F5-71BE-46C2-9752-FC4362EB43A7}" destId="{A4D9E059-1CF5-46B4-9BDC-6A89B9F2C818}" srcOrd="1" destOrd="0" presId="urn:microsoft.com/office/officeart/2005/8/layout/matrix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59DFADB-738A-4AF8-BA4F-750DF6D47E0F}" type="doc">
      <dgm:prSet loTypeId="urn:microsoft.com/office/officeart/2008/layout/VerticalCurvedList" loCatId="list" qsTypeId="urn:microsoft.com/office/officeart/2005/8/quickstyle/3d4" qsCatId="3D" csTypeId="urn:microsoft.com/office/officeart/2005/8/colors/accent0_1" csCatId="mainScheme" phldr="1"/>
      <dgm:spPr/>
      <dgm:t>
        <a:bodyPr/>
        <a:lstStyle/>
        <a:p>
          <a:endParaRPr lang="en-IN"/>
        </a:p>
      </dgm:t>
    </dgm:pt>
    <dgm:pt modelId="{BAAE9F43-5DF2-47FB-94A0-58F9223BDBB0}">
      <dgm:prSet phldrT="[Text]"/>
      <dgm:spPr/>
      <dgm:t>
        <a:bodyPr/>
        <a:lstStyle/>
        <a:p>
          <a:r>
            <a:rPr lang="en-US" dirty="0" smtClean="0">
              <a:solidFill>
                <a:schemeClr val="accent5">
                  <a:lumMod val="50000"/>
                </a:schemeClr>
              </a:solidFill>
            </a:rPr>
            <a:t>Construction of Improved Chula and their distribution with </a:t>
          </a:r>
          <a:r>
            <a:rPr lang="en-US" smtClean="0">
              <a:solidFill>
                <a:schemeClr val="accent5">
                  <a:lumMod val="50000"/>
                </a:schemeClr>
              </a:solidFill>
            </a:rPr>
            <a:t>the help of </a:t>
          </a:r>
          <a:r>
            <a:rPr lang="en-US" dirty="0" smtClean="0">
              <a:solidFill>
                <a:schemeClr val="accent5">
                  <a:lumMod val="50000"/>
                </a:schemeClr>
              </a:solidFill>
            </a:rPr>
            <a:t>corporate companies.</a:t>
          </a:r>
          <a:endParaRPr lang="en-IN" dirty="0">
            <a:solidFill>
              <a:schemeClr val="accent5">
                <a:lumMod val="50000"/>
              </a:schemeClr>
            </a:solidFill>
          </a:endParaRPr>
        </a:p>
      </dgm:t>
    </dgm:pt>
    <dgm:pt modelId="{E01934A0-68CA-4661-BA20-EF87744AAD69}" type="parTrans" cxnId="{06EF01DB-FE07-4FED-B928-9FB1A5E7C35E}">
      <dgm:prSet/>
      <dgm:spPr/>
      <dgm:t>
        <a:bodyPr/>
        <a:lstStyle/>
        <a:p>
          <a:endParaRPr lang="en-IN"/>
        </a:p>
      </dgm:t>
    </dgm:pt>
    <dgm:pt modelId="{C1968A48-F3F0-4CB0-B767-FF1CC2036AEB}" type="sibTrans" cxnId="{06EF01DB-FE07-4FED-B928-9FB1A5E7C35E}">
      <dgm:prSet/>
      <dgm:spPr/>
      <dgm:t>
        <a:bodyPr/>
        <a:lstStyle/>
        <a:p>
          <a:endParaRPr lang="en-IN"/>
        </a:p>
      </dgm:t>
    </dgm:pt>
    <dgm:pt modelId="{8180794E-9F08-483D-9D82-25214566D128}">
      <dgm:prSet phldrT="[Text]"/>
      <dgm:spPr>
        <a:solidFill>
          <a:schemeClr val="bg1"/>
        </a:solidFill>
      </dgm:spPr>
      <dgm:t>
        <a:bodyPr/>
        <a:lstStyle/>
        <a:p>
          <a:r>
            <a:rPr lang="en-US" dirty="0" smtClean="0">
              <a:solidFill>
                <a:schemeClr val="accent5">
                  <a:lumMod val="50000"/>
                </a:schemeClr>
              </a:solidFill>
            </a:rPr>
            <a:t>Under the guidance of professors of IIT Kharagpur we are exploring ways to install water filters and solar crop harvester in nearby villages.</a:t>
          </a:r>
          <a:endParaRPr lang="en-IN" dirty="0">
            <a:solidFill>
              <a:schemeClr val="accent5">
                <a:lumMod val="50000"/>
              </a:schemeClr>
            </a:solidFill>
          </a:endParaRPr>
        </a:p>
      </dgm:t>
    </dgm:pt>
    <dgm:pt modelId="{BF7D3F17-A197-49CD-A7FE-B451132E03F3}" type="parTrans" cxnId="{27478118-872A-4C56-93B9-57E19D588CC4}">
      <dgm:prSet/>
      <dgm:spPr/>
      <dgm:t>
        <a:bodyPr/>
        <a:lstStyle/>
        <a:p>
          <a:endParaRPr lang="en-IN"/>
        </a:p>
      </dgm:t>
    </dgm:pt>
    <dgm:pt modelId="{AA1613CE-F6EE-4B80-8DC7-8FFA4578337B}" type="sibTrans" cxnId="{27478118-872A-4C56-93B9-57E19D588CC4}">
      <dgm:prSet/>
      <dgm:spPr/>
      <dgm:t>
        <a:bodyPr/>
        <a:lstStyle/>
        <a:p>
          <a:endParaRPr lang="en-IN"/>
        </a:p>
      </dgm:t>
    </dgm:pt>
    <dgm:pt modelId="{485EE0B4-501C-42B5-AED7-A41AE61BBABE}">
      <dgm:prSet phldrT="[Text]"/>
      <dgm:spPr/>
      <dgm:t>
        <a:bodyPr/>
        <a:lstStyle/>
        <a:p>
          <a:r>
            <a:rPr lang="en-IN" dirty="0" smtClean="0">
              <a:solidFill>
                <a:schemeClr val="accent5">
                  <a:lumMod val="50000"/>
                </a:schemeClr>
              </a:solidFill>
            </a:rPr>
            <a:t>Various potential sponsors have to be discovered particularly in nearby cities.</a:t>
          </a:r>
          <a:endParaRPr lang="en-IN" dirty="0">
            <a:solidFill>
              <a:schemeClr val="accent5">
                <a:lumMod val="50000"/>
              </a:schemeClr>
            </a:solidFill>
          </a:endParaRPr>
        </a:p>
      </dgm:t>
    </dgm:pt>
    <dgm:pt modelId="{C4E707B9-B825-4634-954C-37A3392C97F7}" type="parTrans" cxnId="{8C58464E-7E63-4690-82F2-3927E76368E8}">
      <dgm:prSet/>
      <dgm:spPr/>
      <dgm:t>
        <a:bodyPr/>
        <a:lstStyle/>
        <a:p>
          <a:endParaRPr lang="en-IN"/>
        </a:p>
      </dgm:t>
    </dgm:pt>
    <dgm:pt modelId="{BA1AC94E-337D-4DDE-9B19-350549DAEB7C}" type="sibTrans" cxnId="{8C58464E-7E63-4690-82F2-3927E76368E8}">
      <dgm:prSet/>
      <dgm:spPr/>
      <dgm:t>
        <a:bodyPr/>
        <a:lstStyle/>
        <a:p>
          <a:endParaRPr lang="en-IN"/>
        </a:p>
      </dgm:t>
    </dgm:pt>
    <dgm:pt modelId="{CF21A412-BA9D-40A3-BA8D-0083A976F560}" type="pres">
      <dgm:prSet presAssocID="{559DFADB-738A-4AF8-BA4F-750DF6D47E0F}" presName="Name0" presStyleCnt="0">
        <dgm:presLayoutVars>
          <dgm:chMax val="7"/>
          <dgm:chPref val="7"/>
          <dgm:dir/>
        </dgm:presLayoutVars>
      </dgm:prSet>
      <dgm:spPr/>
      <dgm:t>
        <a:bodyPr/>
        <a:lstStyle/>
        <a:p>
          <a:endParaRPr lang="en-US"/>
        </a:p>
      </dgm:t>
    </dgm:pt>
    <dgm:pt modelId="{A4999E99-5E7F-4B47-9FF0-ACCACC50EC99}" type="pres">
      <dgm:prSet presAssocID="{559DFADB-738A-4AF8-BA4F-750DF6D47E0F}" presName="Name1" presStyleCnt="0"/>
      <dgm:spPr/>
    </dgm:pt>
    <dgm:pt modelId="{49B9A3D6-4D70-45CD-B7EC-A3D74CA18AE7}" type="pres">
      <dgm:prSet presAssocID="{559DFADB-738A-4AF8-BA4F-750DF6D47E0F}" presName="cycle" presStyleCnt="0"/>
      <dgm:spPr/>
    </dgm:pt>
    <dgm:pt modelId="{2170F063-0FA7-4B5C-8704-182A3C48E690}" type="pres">
      <dgm:prSet presAssocID="{559DFADB-738A-4AF8-BA4F-750DF6D47E0F}" presName="srcNode" presStyleLbl="node1" presStyleIdx="0" presStyleCnt="3"/>
      <dgm:spPr/>
    </dgm:pt>
    <dgm:pt modelId="{D9570FD0-1AE0-4DBC-BAD3-8BB34013E9AC}" type="pres">
      <dgm:prSet presAssocID="{559DFADB-738A-4AF8-BA4F-750DF6D47E0F}" presName="conn" presStyleLbl="parChTrans1D2" presStyleIdx="0" presStyleCnt="1"/>
      <dgm:spPr/>
      <dgm:t>
        <a:bodyPr/>
        <a:lstStyle/>
        <a:p>
          <a:endParaRPr lang="en-US"/>
        </a:p>
      </dgm:t>
    </dgm:pt>
    <dgm:pt modelId="{FC988D4A-908E-43A3-96B5-177FABD85240}" type="pres">
      <dgm:prSet presAssocID="{559DFADB-738A-4AF8-BA4F-750DF6D47E0F}" presName="extraNode" presStyleLbl="node1" presStyleIdx="0" presStyleCnt="3"/>
      <dgm:spPr/>
    </dgm:pt>
    <dgm:pt modelId="{F7119323-E4A0-4071-8FC7-9EC8BA336188}" type="pres">
      <dgm:prSet presAssocID="{559DFADB-738A-4AF8-BA4F-750DF6D47E0F}" presName="dstNode" presStyleLbl="node1" presStyleIdx="0" presStyleCnt="3"/>
      <dgm:spPr/>
    </dgm:pt>
    <dgm:pt modelId="{7302BB53-3A0B-42EF-AD50-BBF6490DB698}" type="pres">
      <dgm:prSet presAssocID="{BAAE9F43-5DF2-47FB-94A0-58F9223BDBB0}" presName="text_1" presStyleLbl="node1" presStyleIdx="0" presStyleCnt="3">
        <dgm:presLayoutVars>
          <dgm:bulletEnabled val="1"/>
        </dgm:presLayoutVars>
      </dgm:prSet>
      <dgm:spPr/>
      <dgm:t>
        <a:bodyPr/>
        <a:lstStyle/>
        <a:p>
          <a:endParaRPr lang="en-US"/>
        </a:p>
      </dgm:t>
    </dgm:pt>
    <dgm:pt modelId="{58A86213-13CC-4665-9ACE-7539E05A6DB0}" type="pres">
      <dgm:prSet presAssocID="{BAAE9F43-5DF2-47FB-94A0-58F9223BDBB0}" presName="accent_1" presStyleCnt="0"/>
      <dgm:spPr/>
    </dgm:pt>
    <dgm:pt modelId="{916941BD-D58F-4472-8672-6B4AC71261E7}" type="pres">
      <dgm:prSet presAssocID="{BAAE9F43-5DF2-47FB-94A0-58F9223BDBB0}" presName="accentRepeatNode" presStyleLbl="solidFgAcc1" presStyleIdx="0" presStyleCnt="3" custScaleX="98513" custScaleY="101503" custLinFactNeighborX="1967" custLinFactNeighborY="-1640"/>
      <dgm:spPr/>
    </dgm:pt>
    <dgm:pt modelId="{90A43786-4F70-492C-B1F8-A276187BF767}" type="pres">
      <dgm:prSet presAssocID="{8180794E-9F08-483D-9D82-25214566D128}" presName="text_2" presStyleLbl="node1" presStyleIdx="1" presStyleCnt="3">
        <dgm:presLayoutVars>
          <dgm:bulletEnabled val="1"/>
        </dgm:presLayoutVars>
      </dgm:prSet>
      <dgm:spPr/>
      <dgm:t>
        <a:bodyPr/>
        <a:lstStyle/>
        <a:p>
          <a:endParaRPr lang="en-US"/>
        </a:p>
      </dgm:t>
    </dgm:pt>
    <dgm:pt modelId="{BB4D5778-1716-4A4B-9F14-66DB84276830}" type="pres">
      <dgm:prSet presAssocID="{8180794E-9F08-483D-9D82-25214566D128}" presName="accent_2" presStyleCnt="0"/>
      <dgm:spPr/>
    </dgm:pt>
    <dgm:pt modelId="{588754F6-D478-4AF6-836F-8630FC60E5E3}" type="pres">
      <dgm:prSet presAssocID="{8180794E-9F08-483D-9D82-25214566D128}" presName="accentRepeatNode" presStyleLbl="solidFgAcc1" presStyleIdx="1" presStyleCnt="3"/>
      <dgm:spPr/>
    </dgm:pt>
    <dgm:pt modelId="{E3B933B2-E8F3-4904-9C7F-49C3F038A894}" type="pres">
      <dgm:prSet presAssocID="{485EE0B4-501C-42B5-AED7-A41AE61BBABE}" presName="text_3" presStyleLbl="node1" presStyleIdx="2" presStyleCnt="3">
        <dgm:presLayoutVars>
          <dgm:bulletEnabled val="1"/>
        </dgm:presLayoutVars>
      </dgm:prSet>
      <dgm:spPr/>
      <dgm:t>
        <a:bodyPr/>
        <a:lstStyle/>
        <a:p>
          <a:endParaRPr lang="en-US"/>
        </a:p>
      </dgm:t>
    </dgm:pt>
    <dgm:pt modelId="{24F35B3E-7F7B-48A5-994A-5A62EAA5CA9D}" type="pres">
      <dgm:prSet presAssocID="{485EE0B4-501C-42B5-AED7-A41AE61BBABE}" presName="accent_3" presStyleCnt="0"/>
      <dgm:spPr/>
    </dgm:pt>
    <dgm:pt modelId="{ABCE01CD-3578-4CFD-8D5C-7D31C3CF148A}" type="pres">
      <dgm:prSet presAssocID="{485EE0B4-501C-42B5-AED7-A41AE61BBABE}" presName="accentRepeatNode" presStyleLbl="solidFgAcc1" presStyleIdx="2" presStyleCnt="3" custLinFactNeighborX="-2239" custLinFactNeighborY="-2075"/>
      <dgm:spPr/>
    </dgm:pt>
  </dgm:ptLst>
  <dgm:cxnLst>
    <dgm:cxn modelId="{06EF01DB-FE07-4FED-B928-9FB1A5E7C35E}" srcId="{559DFADB-738A-4AF8-BA4F-750DF6D47E0F}" destId="{BAAE9F43-5DF2-47FB-94A0-58F9223BDBB0}" srcOrd="0" destOrd="0" parTransId="{E01934A0-68CA-4661-BA20-EF87744AAD69}" sibTransId="{C1968A48-F3F0-4CB0-B767-FF1CC2036AEB}"/>
    <dgm:cxn modelId="{5F1E27D2-3CEC-4217-9CE6-5B027817EC23}" type="presOf" srcId="{485EE0B4-501C-42B5-AED7-A41AE61BBABE}" destId="{E3B933B2-E8F3-4904-9C7F-49C3F038A894}" srcOrd="0" destOrd="0" presId="urn:microsoft.com/office/officeart/2008/layout/VerticalCurvedList"/>
    <dgm:cxn modelId="{B7C065E6-640A-44C0-90C4-6596E55C4226}" type="presOf" srcId="{8180794E-9F08-483D-9D82-25214566D128}" destId="{90A43786-4F70-492C-B1F8-A276187BF767}" srcOrd="0" destOrd="0" presId="urn:microsoft.com/office/officeart/2008/layout/VerticalCurvedList"/>
    <dgm:cxn modelId="{EAE22B80-75B6-4667-89F9-6D7BB169601A}" type="presOf" srcId="{C1968A48-F3F0-4CB0-B767-FF1CC2036AEB}" destId="{D9570FD0-1AE0-4DBC-BAD3-8BB34013E9AC}" srcOrd="0" destOrd="0" presId="urn:microsoft.com/office/officeart/2008/layout/VerticalCurvedList"/>
    <dgm:cxn modelId="{2D7A0BB0-F4CF-457E-9A5E-4B31666B8C3F}" type="presOf" srcId="{559DFADB-738A-4AF8-BA4F-750DF6D47E0F}" destId="{CF21A412-BA9D-40A3-BA8D-0083A976F560}" srcOrd="0" destOrd="0" presId="urn:microsoft.com/office/officeart/2008/layout/VerticalCurvedList"/>
    <dgm:cxn modelId="{8C58464E-7E63-4690-82F2-3927E76368E8}" srcId="{559DFADB-738A-4AF8-BA4F-750DF6D47E0F}" destId="{485EE0B4-501C-42B5-AED7-A41AE61BBABE}" srcOrd="2" destOrd="0" parTransId="{C4E707B9-B825-4634-954C-37A3392C97F7}" sibTransId="{BA1AC94E-337D-4DDE-9B19-350549DAEB7C}"/>
    <dgm:cxn modelId="{A276488E-34E4-41C6-BB63-23D28D0E0C42}" type="presOf" srcId="{BAAE9F43-5DF2-47FB-94A0-58F9223BDBB0}" destId="{7302BB53-3A0B-42EF-AD50-BBF6490DB698}" srcOrd="0" destOrd="0" presId="urn:microsoft.com/office/officeart/2008/layout/VerticalCurvedList"/>
    <dgm:cxn modelId="{27478118-872A-4C56-93B9-57E19D588CC4}" srcId="{559DFADB-738A-4AF8-BA4F-750DF6D47E0F}" destId="{8180794E-9F08-483D-9D82-25214566D128}" srcOrd="1" destOrd="0" parTransId="{BF7D3F17-A197-49CD-A7FE-B451132E03F3}" sibTransId="{AA1613CE-F6EE-4B80-8DC7-8FFA4578337B}"/>
    <dgm:cxn modelId="{EB7207AC-CC81-4162-B6A2-89BEF566E634}" type="presParOf" srcId="{CF21A412-BA9D-40A3-BA8D-0083A976F560}" destId="{A4999E99-5E7F-4B47-9FF0-ACCACC50EC99}" srcOrd="0" destOrd="0" presId="urn:microsoft.com/office/officeart/2008/layout/VerticalCurvedList"/>
    <dgm:cxn modelId="{D3D352F3-D194-4CC6-A018-4C7478885A57}" type="presParOf" srcId="{A4999E99-5E7F-4B47-9FF0-ACCACC50EC99}" destId="{49B9A3D6-4D70-45CD-B7EC-A3D74CA18AE7}" srcOrd="0" destOrd="0" presId="urn:microsoft.com/office/officeart/2008/layout/VerticalCurvedList"/>
    <dgm:cxn modelId="{C9794E03-47BB-42A6-82BE-662C2C2DE8EC}" type="presParOf" srcId="{49B9A3D6-4D70-45CD-B7EC-A3D74CA18AE7}" destId="{2170F063-0FA7-4B5C-8704-182A3C48E690}" srcOrd="0" destOrd="0" presId="urn:microsoft.com/office/officeart/2008/layout/VerticalCurvedList"/>
    <dgm:cxn modelId="{E851EAAC-83AC-4699-80F8-1127591A5B9B}" type="presParOf" srcId="{49B9A3D6-4D70-45CD-B7EC-A3D74CA18AE7}" destId="{D9570FD0-1AE0-4DBC-BAD3-8BB34013E9AC}" srcOrd="1" destOrd="0" presId="urn:microsoft.com/office/officeart/2008/layout/VerticalCurvedList"/>
    <dgm:cxn modelId="{13617678-0831-409C-93EE-833C1CC73AB9}" type="presParOf" srcId="{49B9A3D6-4D70-45CD-B7EC-A3D74CA18AE7}" destId="{FC988D4A-908E-43A3-96B5-177FABD85240}" srcOrd="2" destOrd="0" presId="urn:microsoft.com/office/officeart/2008/layout/VerticalCurvedList"/>
    <dgm:cxn modelId="{ABD7C411-5D6D-4579-A606-F1CCDAAD15DE}" type="presParOf" srcId="{49B9A3D6-4D70-45CD-B7EC-A3D74CA18AE7}" destId="{F7119323-E4A0-4071-8FC7-9EC8BA336188}" srcOrd="3" destOrd="0" presId="urn:microsoft.com/office/officeart/2008/layout/VerticalCurvedList"/>
    <dgm:cxn modelId="{A9D77B83-C8EB-4943-917A-372E0F670062}" type="presParOf" srcId="{A4999E99-5E7F-4B47-9FF0-ACCACC50EC99}" destId="{7302BB53-3A0B-42EF-AD50-BBF6490DB698}" srcOrd="1" destOrd="0" presId="urn:microsoft.com/office/officeart/2008/layout/VerticalCurvedList"/>
    <dgm:cxn modelId="{CBCF3868-2A33-4A3E-ABC6-5D2E0333A8F9}" type="presParOf" srcId="{A4999E99-5E7F-4B47-9FF0-ACCACC50EC99}" destId="{58A86213-13CC-4665-9ACE-7539E05A6DB0}" srcOrd="2" destOrd="0" presId="urn:microsoft.com/office/officeart/2008/layout/VerticalCurvedList"/>
    <dgm:cxn modelId="{4A4ABA08-2042-4503-9CA5-35E57D84D17E}" type="presParOf" srcId="{58A86213-13CC-4665-9ACE-7539E05A6DB0}" destId="{916941BD-D58F-4472-8672-6B4AC71261E7}" srcOrd="0" destOrd="0" presId="urn:microsoft.com/office/officeart/2008/layout/VerticalCurvedList"/>
    <dgm:cxn modelId="{3086151F-CB2B-4759-8734-59F21ABA5E55}" type="presParOf" srcId="{A4999E99-5E7F-4B47-9FF0-ACCACC50EC99}" destId="{90A43786-4F70-492C-B1F8-A276187BF767}" srcOrd="3" destOrd="0" presId="urn:microsoft.com/office/officeart/2008/layout/VerticalCurvedList"/>
    <dgm:cxn modelId="{5BA72150-A889-4264-8395-FA52E9365C85}" type="presParOf" srcId="{A4999E99-5E7F-4B47-9FF0-ACCACC50EC99}" destId="{BB4D5778-1716-4A4B-9F14-66DB84276830}" srcOrd="4" destOrd="0" presId="urn:microsoft.com/office/officeart/2008/layout/VerticalCurvedList"/>
    <dgm:cxn modelId="{91397009-F7F3-4B46-8571-A8F39271E462}" type="presParOf" srcId="{BB4D5778-1716-4A4B-9F14-66DB84276830}" destId="{588754F6-D478-4AF6-836F-8630FC60E5E3}" srcOrd="0" destOrd="0" presId="urn:microsoft.com/office/officeart/2008/layout/VerticalCurvedList"/>
    <dgm:cxn modelId="{050C6FF5-44E8-4041-A08C-6223FE112026}" type="presParOf" srcId="{A4999E99-5E7F-4B47-9FF0-ACCACC50EC99}" destId="{E3B933B2-E8F3-4904-9C7F-49C3F038A894}" srcOrd="5" destOrd="0" presId="urn:microsoft.com/office/officeart/2008/layout/VerticalCurvedList"/>
    <dgm:cxn modelId="{6D75E05B-BFD2-49B8-ACB4-EF40DF391059}" type="presParOf" srcId="{A4999E99-5E7F-4B47-9FF0-ACCACC50EC99}" destId="{24F35B3E-7F7B-48A5-994A-5A62EAA5CA9D}" srcOrd="6" destOrd="0" presId="urn:microsoft.com/office/officeart/2008/layout/VerticalCurvedList"/>
    <dgm:cxn modelId="{1488C08B-7AA8-4CF8-9606-8A5C7E5CC362}" type="presParOf" srcId="{24F35B3E-7F7B-48A5-994A-5A62EAA5CA9D}" destId="{ABCE01CD-3578-4CFD-8D5C-7D31C3CF148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8C7FC5-B09C-461D-B921-A470E3663E28}">
      <dsp:nvSpPr>
        <dsp:cNvPr id="0" name=""/>
        <dsp:cNvSpPr/>
      </dsp:nvSpPr>
      <dsp:spPr>
        <a:xfrm>
          <a:off x="735" y="400459"/>
          <a:ext cx="2677417" cy="13387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lvl="0" algn="ctr" defTabSz="1822450">
            <a:lnSpc>
              <a:spcPct val="90000"/>
            </a:lnSpc>
            <a:spcBef>
              <a:spcPct val="0"/>
            </a:spcBef>
            <a:spcAft>
              <a:spcPct val="35000"/>
            </a:spcAft>
          </a:pPr>
          <a:r>
            <a:rPr lang="en-IN" sz="4100" kern="1200" dirty="0" smtClean="0"/>
            <a:t>Reach</a:t>
          </a:r>
          <a:endParaRPr lang="en-IN" sz="4100" kern="1200" dirty="0"/>
        </a:p>
      </dsp:txBody>
      <dsp:txXfrm>
        <a:off x="39944" y="439668"/>
        <a:ext cx="2598999" cy="1260290"/>
      </dsp:txXfrm>
    </dsp:sp>
    <dsp:sp modelId="{01474E15-4D5B-48A3-B2D3-D10BEF9047E1}">
      <dsp:nvSpPr>
        <dsp:cNvPr id="0" name=""/>
        <dsp:cNvSpPr/>
      </dsp:nvSpPr>
      <dsp:spPr>
        <a:xfrm>
          <a:off x="268477" y="1739168"/>
          <a:ext cx="267741" cy="1004031"/>
        </a:xfrm>
        <a:custGeom>
          <a:avLst/>
          <a:gdLst/>
          <a:ahLst/>
          <a:cxnLst/>
          <a:rect l="0" t="0" r="0" b="0"/>
          <a:pathLst>
            <a:path>
              <a:moveTo>
                <a:pt x="0" y="0"/>
              </a:moveTo>
              <a:lnTo>
                <a:pt x="0" y="1004031"/>
              </a:lnTo>
              <a:lnTo>
                <a:pt x="267741" y="10040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F336AE-FD91-4032-87B8-137BDCAE9C11}">
      <dsp:nvSpPr>
        <dsp:cNvPr id="0" name=""/>
        <dsp:cNvSpPr/>
      </dsp:nvSpPr>
      <dsp:spPr>
        <a:xfrm>
          <a:off x="536219" y="2073846"/>
          <a:ext cx="2141934" cy="13387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en-IN" sz="2800" kern="1200" dirty="0" smtClean="0"/>
            <a:t>Campus</a:t>
          </a:r>
          <a:endParaRPr lang="en-IN" sz="2800" kern="1200" dirty="0"/>
        </a:p>
      </dsp:txBody>
      <dsp:txXfrm>
        <a:off x="575428" y="2113055"/>
        <a:ext cx="2063516" cy="1260290"/>
      </dsp:txXfrm>
    </dsp:sp>
    <dsp:sp modelId="{31916B33-3AF8-420C-88D7-7B5C3B759454}">
      <dsp:nvSpPr>
        <dsp:cNvPr id="0" name=""/>
        <dsp:cNvSpPr/>
      </dsp:nvSpPr>
      <dsp:spPr>
        <a:xfrm>
          <a:off x="268477" y="1739168"/>
          <a:ext cx="267741" cy="2677417"/>
        </a:xfrm>
        <a:custGeom>
          <a:avLst/>
          <a:gdLst/>
          <a:ahLst/>
          <a:cxnLst/>
          <a:rect l="0" t="0" r="0" b="0"/>
          <a:pathLst>
            <a:path>
              <a:moveTo>
                <a:pt x="0" y="0"/>
              </a:moveTo>
              <a:lnTo>
                <a:pt x="0" y="2677417"/>
              </a:lnTo>
              <a:lnTo>
                <a:pt x="267741" y="267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D1C4BB-DD20-48E0-9D73-486ADBC47A03}">
      <dsp:nvSpPr>
        <dsp:cNvPr id="0" name=""/>
        <dsp:cNvSpPr/>
      </dsp:nvSpPr>
      <dsp:spPr>
        <a:xfrm>
          <a:off x="536219" y="3747232"/>
          <a:ext cx="2141934" cy="13387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en-IN" sz="2800" kern="1200" dirty="0" smtClean="0"/>
            <a:t>Villages</a:t>
          </a:r>
          <a:endParaRPr lang="en-IN" sz="2800" kern="1200" dirty="0"/>
        </a:p>
      </dsp:txBody>
      <dsp:txXfrm>
        <a:off x="575428" y="3786441"/>
        <a:ext cx="2063516" cy="1260290"/>
      </dsp:txXfrm>
    </dsp:sp>
    <dsp:sp modelId="{54114C60-419C-4A6E-AAFB-17D7CD504238}">
      <dsp:nvSpPr>
        <dsp:cNvPr id="0" name=""/>
        <dsp:cNvSpPr/>
      </dsp:nvSpPr>
      <dsp:spPr>
        <a:xfrm>
          <a:off x="3347507" y="400459"/>
          <a:ext cx="2677417" cy="133870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105" tIns="52070" rIns="78105" bIns="52070" numCol="1" spcCol="1270" anchor="ctr" anchorCtr="0">
          <a:noAutofit/>
        </a:bodyPr>
        <a:lstStyle/>
        <a:p>
          <a:pPr lvl="0" algn="ctr" defTabSz="1822450">
            <a:lnSpc>
              <a:spcPct val="90000"/>
            </a:lnSpc>
            <a:spcBef>
              <a:spcPct val="0"/>
            </a:spcBef>
            <a:spcAft>
              <a:spcPct val="35000"/>
            </a:spcAft>
          </a:pPr>
          <a:r>
            <a:rPr lang="en-IN" sz="4100" kern="1200" dirty="0" smtClean="0"/>
            <a:t>Investment</a:t>
          </a:r>
          <a:endParaRPr lang="en-IN" sz="4100" kern="1200" dirty="0"/>
        </a:p>
      </dsp:txBody>
      <dsp:txXfrm>
        <a:off x="3386716" y="439668"/>
        <a:ext cx="2598999" cy="1260290"/>
      </dsp:txXfrm>
    </dsp:sp>
    <dsp:sp modelId="{E090B83E-4137-46C8-BF89-DF2565F5F916}">
      <dsp:nvSpPr>
        <dsp:cNvPr id="0" name=""/>
        <dsp:cNvSpPr/>
      </dsp:nvSpPr>
      <dsp:spPr>
        <a:xfrm>
          <a:off x="3615249" y="1739168"/>
          <a:ext cx="267741" cy="1004031"/>
        </a:xfrm>
        <a:custGeom>
          <a:avLst/>
          <a:gdLst/>
          <a:ahLst/>
          <a:cxnLst/>
          <a:rect l="0" t="0" r="0" b="0"/>
          <a:pathLst>
            <a:path>
              <a:moveTo>
                <a:pt x="0" y="0"/>
              </a:moveTo>
              <a:lnTo>
                <a:pt x="0" y="1004031"/>
              </a:lnTo>
              <a:lnTo>
                <a:pt x="267741" y="10040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05DBFE-C4E2-472F-9C53-2AF02839FCCE}">
      <dsp:nvSpPr>
        <dsp:cNvPr id="0" name=""/>
        <dsp:cNvSpPr/>
      </dsp:nvSpPr>
      <dsp:spPr>
        <a:xfrm>
          <a:off x="3882991" y="2073846"/>
          <a:ext cx="2141934" cy="13387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en-IN" sz="2800" kern="1200" dirty="0" smtClean="0"/>
            <a:t>Publicity</a:t>
          </a:r>
          <a:endParaRPr lang="en-IN" sz="2800" kern="1200" dirty="0"/>
        </a:p>
      </dsp:txBody>
      <dsp:txXfrm>
        <a:off x="3922200" y="2113055"/>
        <a:ext cx="2063516" cy="1260290"/>
      </dsp:txXfrm>
    </dsp:sp>
    <dsp:sp modelId="{5B5B8FBC-B191-48BF-BA84-D7371937FCBF}">
      <dsp:nvSpPr>
        <dsp:cNvPr id="0" name=""/>
        <dsp:cNvSpPr/>
      </dsp:nvSpPr>
      <dsp:spPr>
        <a:xfrm>
          <a:off x="3615249" y="1739168"/>
          <a:ext cx="211901" cy="2632731"/>
        </a:xfrm>
        <a:custGeom>
          <a:avLst/>
          <a:gdLst/>
          <a:ahLst/>
          <a:cxnLst/>
          <a:rect l="0" t="0" r="0" b="0"/>
          <a:pathLst>
            <a:path>
              <a:moveTo>
                <a:pt x="0" y="0"/>
              </a:moveTo>
              <a:lnTo>
                <a:pt x="0" y="2632731"/>
              </a:lnTo>
              <a:lnTo>
                <a:pt x="211901" y="263273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B9308E-9747-4FF4-AD90-B5FA239F3EDD}">
      <dsp:nvSpPr>
        <dsp:cNvPr id="0" name=""/>
        <dsp:cNvSpPr/>
      </dsp:nvSpPr>
      <dsp:spPr>
        <a:xfrm>
          <a:off x="3827151" y="3702546"/>
          <a:ext cx="2141934" cy="133870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lvl="0" algn="ctr" defTabSz="1244600">
            <a:lnSpc>
              <a:spcPct val="90000"/>
            </a:lnSpc>
            <a:spcBef>
              <a:spcPct val="0"/>
            </a:spcBef>
            <a:spcAft>
              <a:spcPct val="35000"/>
            </a:spcAft>
          </a:pPr>
          <a:r>
            <a:rPr lang="en-IN" sz="2800" kern="1200" dirty="0" smtClean="0"/>
            <a:t>Construction</a:t>
          </a:r>
          <a:endParaRPr lang="en-IN" sz="2800" kern="1200" dirty="0"/>
        </a:p>
      </dsp:txBody>
      <dsp:txXfrm>
        <a:off x="3866360" y="3741755"/>
        <a:ext cx="2063516" cy="12602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943C94-4E4A-4286-8F38-C58FDF5F0CB3}">
      <dsp:nvSpPr>
        <dsp:cNvPr id="0" name=""/>
        <dsp:cNvSpPr/>
      </dsp:nvSpPr>
      <dsp:spPr>
        <a:xfrm rot="10800000">
          <a:off x="1831402" y="505448"/>
          <a:ext cx="3757597" cy="6959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909" tIns="121920" rIns="227584" bIns="121920" numCol="1" spcCol="1270" anchor="ctr" anchorCtr="0">
          <a:noAutofit/>
        </a:bodyPr>
        <a:lstStyle/>
        <a:p>
          <a:pPr lvl="0" algn="ctr" defTabSz="1422400">
            <a:lnSpc>
              <a:spcPct val="90000"/>
            </a:lnSpc>
            <a:spcBef>
              <a:spcPct val="0"/>
            </a:spcBef>
            <a:spcAft>
              <a:spcPct val="35000"/>
            </a:spcAft>
          </a:pPr>
          <a:r>
            <a:rPr lang="en-IN" sz="3200" kern="1200" dirty="0" smtClean="0"/>
            <a:t>Medical drive</a:t>
          </a:r>
          <a:endParaRPr lang="en-IN" sz="3200" kern="1200" dirty="0"/>
        </a:p>
      </dsp:txBody>
      <dsp:txXfrm rot="10800000">
        <a:off x="2005397" y="505448"/>
        <a:ext cx="3583602" cy="695982"/>
      </dsp:txXfrm>
    </dsp:sp>
    <dsp:sp modelId="{5E95F8E3-F563-4671-A838-B6BE4A60EA76}">
      <dsp:nvSpPr>
        <dsp:cNvPr id="0" name=""/>
        <dsp:cNvSpPr/>
      </dsp:nvSpPr>
      <dsp:spPr>
        <a:xfrm>
          <a:off x="0" y="24702"/>
          <a:ext cx="2648757" cy="1584216"/>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5000" b="-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356F42-3918-4369-9236-F4D3F6EE078F}">
      <dsp:nvSpPr>
        <dsp:cNvPr id="0" name=""/>
        <dsp:cNvSpPr/>
      </dsp:nvSpPr>
      <dsp:spPr>
        <a:xfrm rot="10800000">
          <a:off x="1554466" y="2086006"/>
          <a:ext cx="3757597" cy="6959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909" tIns="121920" rIns="227584" bIns="121920" numCol="1" spcCol="1270" anchor="ctr" anchorCtr="0">
          <a:noAutofit/>
        </a:bodyPr>
        <a:lstStyle/>
        <a:p>
          <a:pPr lvl="0" algn="ctr" defTabSz="1422400">
            <a:lnSpc>
              <a:spcPct val="90000"/>
            </a:lnSpc>
            <a:spcBef>
              <a:spcPct val="0"/>
            </a:spcBef>
            <a:spcAft>
              <a:spcPct val="35000"/>
            </a:spcAft>
          </a:pPr>
          <a:r>
            <a:rPr lang="en-IN" sz="3200" kern="1200" dirty="0" smtClean="0"/>
            <a:t>Biogas</a:t>
          </a:r>
          <a:endParaRPr lang="en-IN" sz="3200" kern="1200" dirty="0"/>
        </a:p>
      </dsp:txBody>
      <dsp:txXfrm rot="10800000">
        <a:off x="1728461" y="2086006"/>
        <a:ext cx="3583602" cy="695982"/>
      </dsp:txXfrm>
    </dsp:sp>
    <dsp:sp modelId="{DD210B1B-FF67-42ED-AF1D-0E294D9429E2}">
      <dsp:nvSpPr>
        <dsp:cNvPr id="0" name=""/>
        <dsp:cNvSpPr/>
      </dsp:nvSpPr>
      <dsp:spPr>
        <a:xfrm>
          <a:off x="21014" y="1792253"/>
          <a:ext cx="2432014" cy="1283489"/>
        </a:xfrm>
        <a:prstGeom prst="ellipse">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8000" r="-18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E7E900-9276-4201-8650-711B3BC3F270}">
      <dsp:nvSpPr>
        <dsp:cNvPr id="0" name=""/>
        <dsp:cNvSpPr/>
      </dsp:nvSpPr>
      <dsp:spPr>
        <a:xfrm rot="10800000">
          <a:off x="1546128" y="3626510"/>
          <a:ext cx="3757597" cy="695982"/>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6909" tIns="121920" rIns="227584" bIns="121920" numCol="1" spcCol="1270" anchor="ctr" anchorCtr="0">
          <a:noAutofit/>
        </a:bodyPr>
        <a:lstStyle/>
        <a:p>
          <a:pPr lvl="0" algn="ctr" defTabSz="1422400">
            <a:lnSpc>
              <a:spcPct val="90000"/>
            </a:lnSpc>
            <a:spcBef>
              <a:spcPct val="0"/>
            </a:spcBef>
            <a:spcAft>
              <a:spcPct val="35000"/>
            </a:spcAft>
          </a:pPr>
          <a:r>
            <a:rPr lang="en-IN" sz="3200" kern="1200" dirty="0" smtClean="0"/>
            <a:t>Seminar</a:t>
          </a:r>
          <a:endParaRPr lang="en-IN" sz="3200" kern="1200" dirty="0"/>
        </a:p>
      </dsp:txBody>
      <dsp:txXfrm rot="10800000">
        <a:off x="1720123" y="3626510"/>
        <a:ext cx="3583602" cy="695982"/>
      </dsp:txXfrm>
    </dsp:sp>
    <dsp:sp modelId="{162A4551-FD81-4459-98E5-2F481C10B744}">
      <dsp:nvSpPr>
        <dsp:cNvPr id="0" name=""/>
        <dsp:cNvSpPr/>
      </dsp:nvSpPr>
      <dsp:spPr>
        <a:xfrm>
          <a:off x="127026" y="3283498"/>
          <a:ext cx="2398662" cy="1382005"/>
        </a:xfrm>
        <a:prstGeom prst="ellipse">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39000" r="-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D6417-0A35-417A-B07F-4A751C343214}">
      <dsp:nvSpPr>
        <dsp:cNvPr id="0" name=""/>
        <dsp:cNvSpPr/>
      </dsp:nvSpPr>
      <dsp:spPr>
        <a:xfrm>
          <a:off x="2194560" y="161434"/>
          <a:ext cx="3291840" cy="2302127"/>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endParaRPr lang="en-IN" sz="1600" kern="1200" dirty="0"/>
        </a:p>
        <a:p>
          <a:pPr marL="171450" lvl="1" indent="-171450" algn="l" defTabSz="711200">
            <a:lnSpc>
              <a:spcPct val="90000"/>
            </a:lnSpc>
            <a:spcBef>
              <a:spcPct val="0"/>
            </a:spcBef>
            <a:spcAft>
              <a:spcPct val="15000"/>
            </a:spcAft>
            <a:buChar char="••"/>
          </a:pPr>
          <a:r>
            <a:rPr lang="en-IN" sz="1600" kern="1200" dirty="0" smtClean="0"/>
            <a:t>Planted at an orphanage of 50 heads</a:t>
          </a:r>
          <a:endParaRPr lang="en-IN" sz="1600" kern="1200" dirty="0"/>
        </a:p>
        <a:p>
          <a:pPr marL="171450" lvl="1" indent="-171450" algn="l" defTabSz="711200">
            <a:lnSpc>
              <a:spcPct val="90000"/>
            </a:lnSpc>
            <a:spcBef>
              <a:spcPct val="0"/>
            </a:spcBef>
            <a:spcAft>
              <a:spcPct val="15000"/>
            </a:spcAft>
            <a:buChar char="••"/>
          </a:pPr>
          <a:r>
            <a:rPr lang="en-IN" sz="1600" kern="1200" dirty="0" smtClean="0"/>
            <a:t>Saves INR 10,000 / month by replacing the use of wood and LPG</a:t>
          </a:r>
          <a:endParaRPr lang="en-IN" sz="1600" kern="1200" dirty="0"/>
        </a:p>
        <a:p>
          <a:pPr marL="171450" lvl="1" indent="-171450" algn="l" defTabSz="711200">
            <a:lnSpc>
              <a:spcPct val="90000"/>
            </a:lnSpc>
            <a:spcBef>
              <a:spcPct val="0"/>
            </a:spcBef>
            <a:spcAft>
              <a:spcPct val="15000"/>
            </a:spcAft>
            <a:buChar char="••"/>
          </a:pPr>
          <a:endParaRPr lang="en-IN" sz="1600" kern="1200" dirty="0"/>
        </a:p>
        <a:p>
          <a:pPr marL="171450" lvl="1" indent="-171450" algn="l" defTabSz="711200">
            <a:lnSpc>
              <a:spcPct val="90000"/>
            </a:lnSpc>
            <a:spcBef>
              <a:spcPct val="0"/>
            </a:spcBef>
            <a:spcAft>
              <a:spcPct val="15000"/>
            </a:spcAft>
            <a:buChar char="••"/>
          </a:pPr>
          <a:endParaRPr lang="en-IN" sz="1600" kern="1200" dirty="0"/>
        </a:p>
      </dsp:txBody>
      <dsp:txXfrm>
        <a:off x="2194560" y="449200"/>
        <a:ext cx="2428542" cy="1726595"/>
      </dsp:txXfrm>
    </dsp:sp>
    <dsp:sp modelId="{1E21C188-0305-4ECA-B965-25021D7D1BAC}">
      <dsp:nvSpPr>
        <dsp:cNvPr id="0" name=""/>
        <dsp:cNvSpPr/>
      </dsp:nvSpPr>
      <dsp:spPr>
        <a:xfrm>
          <a:off x="0" y="1042"/>
          <a:ext cx="2194560" cy="26229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n-IN" sz="3000" kern="1200" dirty="0" smtClean="0"/>
            <a:t>Gopali Bio Gas Plant </a:t>
          </a:r>
        </a:p>
        <a:p>
          <a:pPr lvl="0" algn="ctr" defTabSz="1333500">
            <a:lnSpc>
              <a:spcPct val="90000"/>
            </a:lnSpc>
            <a:spcBef>
              <a:spcPct val="0"/>
            </a:spcBef>
            <a:spcAft>
              <a:spcPct val="35000"/>
            </a:spcAft>
          </a:pPr>
          <a:endParaRPr lang="en-IN" sz="3000" kern="1200" dirty="0">
            <a:solidFill>
              <a:srgbClr val="FF0000"/>
            </a:solidFill>
          </a:endParaRPr>
        </a:p>
      </dsp:txBody>
      <dsp:txXfrm>
        <a:off x="107130" y="108172"/>
        <a:ext cx="1980300" cy="2408652"/>
      </dsp:txXfrm>
    </dsp:sp>
    <dsp:sp modelId="{EA634C8C-A33E-421D-A168-E1B075E7E8B7}">
      <dsp:nvSpPr>
        <dsp:cNvPr id="0" name=""/>
        <dsp:cNvSpPr/>
      </dsp:nvSpPr>
      <dsp:spPr>
        <a:xfrm>
          <a:off x="2194560" y="2934973"/>
          <a:ext cx="3291840" cy="230218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60" tIns="10160" rIns="10160" bIns="10160" numCol="1" spcCol="1270" anchor="t" anchorCtr="0">
          <a:noAutofit/>
        </a:bodyPr>
        <a:lstStyle/>
        <a:p>
          <a:pPr marL="171450" lvl="1" indent="-171450" algn="l" defTabSz="711200">
            <a:lnSpc>
              <a:spcPct val="90000"/>
            </a:lnSpc>
            <a:spcBef>
              <a:spcPct val="0"/>
            </a:spcBef>
            <a:spcAft>
              <a:spcPct val="15000"/>
            </a:spcAft>
            <a:buChar char="••"/>
          </a:pPr>
          <a:r>
            <a:rPr lang="en-IN" sz="1600" kern="1200" dirty="0" smtClean="0"/>
            <a:t>A Naxalite area far from cities and out of reach of govt. plans </a:t>
          </a:r>
          <a:endParaRPr lang="en-IN" sz="1600" kern="1200" dirty="0"/>
        </a:p>
        <a:p>
          <a:pPr marL="171450" lvl="1" indent="-171450" algn="l" defTabSz="711200">
            <a:lnSpc>
              <a:spcPct val="90000"/>
            </a:lnSpc>
            <a:spcBef>
              <a:spcPct val="0"/>
            </a:spcBef>
            <a:spcAft>
              <a:spcPct val="15000"/>
            </a:spcAft>
            <a:buChar char="••"/>
          </a:pPr>
          <a:r>
            <a:rPr lang="en-IN" sz="1600" kern="1200" dirty="0" smtClean="0"/>
            <a:t>To be Planted at village pooriapara</a:t>
          </a:r>
          <a:endParaRPr lang="en-IN" sz="1600" kern="1200" dirty="0"/>
        </a:p>
        <a:p>
          <a:pPr marL="171450" lvl="1" indent="-171450" algn="l" defTabSz="711200">
            <a:lnSpc>
              <a:spcPct val="90000"/>
            </a:lnSpc>
            <a:spcBef>
              <a:spcPct val="0"/>
            </a:spcBef>
            <a:spcAft>
              <a:spcPct val="15000"/>
            </a:spcAft>
            <a:buChar char="••"/>
          </a:pPr>
          <a:r>
            <a:rPr lang="en-IN" sz="1600" kern="1200" dirty="0" smtClean="0"/>
            <a:t>Expected savings: INR 15,000 / month</a:t>
          </a:r>
          <a:endParaRPr lang="en-IN" sz="1600" kern="1200" dirty="0"/>
        </a:p>
        <a:p>
          <a:pPr marL="171450" lvl="1" indent="-171450" algn="l" defTabSz="711200">
            <a:lnSpc>
              <a:spcPct val="90000"/>
            </a:lnSpc>
            <a:spcBef>
              <a:spcPct val="0"/>
            </a:spcBef>
            <a:spcAft>
              <a:spcPct val="15000"/>
            </a:spcAft>
            <a:buChar char="••"/>
          </a:pPr>
          <a:endParaRPr lang="en-IN" sz="1600" kern="1200" dirty="0"/>
        </a:p>
        <a:p>
          <a:pPr marL="171450" lvl="1" indent="-171450" algn="l" defTabSz="711200">
            <a:lnSpc>
              <a:spcPct val="90000"/>
            </a:lnSpc>
            <a:spcBef>
              <a:spcPct val="0"/>
            </a:spcBef>
            <a:spcAft>
              <a:spcPct val="15000"/>
            </a:spcAft>
            <a:buChar char="••"/>
          </a:pPr>
          <a:endParaRPr lang="en-IN" sz="1600" kern="1200" dirty="0"/>
        </a:p>
        <a:p>
          <a:pPr marL="171450" lvl="1" indent="-171450" algn="l" defTabSz="711200">
            <a:lnSpc>
              <a:spcPct val="90000"/>
            </a:lnSpc>
            <a:spcBef>
              <a:spcPct val="0"/>
            </a:spcBef>
            <a:spcAft>
              <a:spcPct val="15000"/>
            </a:spcAft>
            <a:buChar char="••"/>
          </a:pPr>
          <a:endParaRPr lang="en-IN" sz="1600" kern="1200" dirty="0"/>
        </a:p>
      </dsp:txBody>
      <dsp:txXfrm>
        <a:off x="2194560" y="3222747"/>
        <a:ext cx="2428519" cy="1726641"/>
      </dsp:txXfrm>
    </dsp:sp>
    <dsp:sp modelId="{5373042A-6314-47A7-8B09-FF9B5557F236}">
      <dsp:nvSpPr>
        <dsp:cNvPr id="0" name=""/>
        <dsp:cNvSpPr/>
      </dsp:nvSpPr>
      <dsp:spPr>
        <a:xfrm>
          <a:off x="0" y="2963509"/>
          <a:ext cx="2194560" cy="224511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lvl="0" algn="ctr" defTabSz="1333500">
            <a:lnSpc>
              <a:spcPct val="90000"/>
            </a:lnSpc>
            <a:spcBef>
              <a:spcPct val="0"/>
            </a:spcBef>
            <a:spcAft>
              <a:spcPct val="35000"/>
            </a:spcAft>
          </a:pPr>
          <a:r>
            <a:rPr lang="en-IN" sz="3000" kern="1200" dirty="0" smtClean="0"/>
            <a:t>Pooriapara Biogas Plant</a:t>
          </a:r>
        </a:p>
        <a:p>
          <a:pPr lvl="0" algn="ctr" defTabSz="1333500">
            <a:lnSpc>
              <a:spcPct val="90000"/>
            </a:lnSpc>
            <a:spcBef>
              <a:spcPct val="0"/>
            </a:spcBef>
            <a:spcAft>
              <a:spcPct val="35000"/>
            </a:spcAft>
          </a:pPr>
          <a:endParaRPr lang="en-IN" sz="3000" kern="1200" dirty="0"/>
        </a:p>
      </dsp:txBody>
      <dsp:txXfrm>
        <a:off x="107130" y="3070639"/>
        <a:ext cx="1980300" cy="20308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890D5-4F42-4C33-B381-CD393B37A1FF}">
      <dsp:nvSpPr>
        <dsp:cNvPr id="0" name=""/>
        <dsp:cNvSpPr/>
      </dsp:nvSpPr>
      <dsp:spPr>
        <a:xfrm>
          <a:off x="1700217" y="340524"/>
          <a:ext cx="1399076" cy="139907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Land</a:t>
          </a:r>
          <a:r>
            <a:rPr lang="en-US" sz="1500" kern="1200" baseline="0" dirty="0" smtClean="0"/>
            <a:t> Preparation</a:t>
          </a:r>
          <a:endParaRPr lang="en-US" sz="1500" kern="1200" dirty="0"/>
        </a:p>
      </dsp:txBody>
      <dsp:txXfrm>
        <a:off x="1905107" y="545414"/>
        <a:ext cx="989296" cy="989296"/>
      </dsp:txXfrm>
    </dsp:sp>
    <dsp:sp modelId="{973C755A-5077-47FB-BDC0-FF7A84FD3F26}">
      <dsp:nvSpPr>
        <dsp:cNvPr id="0" name=""/>
        <dsp:cNvSpPr/>
      </dsp:nvSpPr>
      <dsp:spPr>
        <a:xfrm rot="2160000">
          <a:off x="3055080" y="1415204"/>
          <a:ext cx="371938" cy="47218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3065735" y="1476849"/>
        <a:ext cx="260357" cy="283312"/>
      </dsp:txXfrm>
    </dsp:sp>
    <dsp:sp modelId="{7C5A343C-E262-450D-959C-A644EA0CABBE}">
      <dsp:nvSpPr>
        <dsp:cNvPr id="0" name=""/>
        <dsp:cNvSpPr/>
      </dsp:nvSpPr>
      <dsp:spPr>
        <a:xfrm>
          <a:off x="3399838" y="1575371"/>
          <a:ext cx="1399076" cy="139907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Grow Vetiver</a:t>
          </a:r>
          <a:endParaRPr lang="en-US" sz="1500" kern="1200" dirty="0"/>
        </a:p>
      </dsp:txBody>
      <dsp:txXfrm>
        <a:off x="3604728" y="1780261"/>
        <a:ext cx="989296" cy="989296"/>
      </dsp:txXfrm>
    </dsp:sp>
    <dsp:sp modelId="{719BC63E-F731-4648-BC28-EDC25FC57AA9}">
      <dsp:nvSpPr>
        <dsp:cNvPr id="0" name=""/>
        <dsp:cNvSpPr/>
      </dsp:nvSpPr>
      <dsp:spPr>
        <a:xfrm rot="6480000">
          <a:off x="3592061" y="3027816"/>
          <a:ext cx="371938" cy="47218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3665092" y="3069194"/>
        <a:ext cx="260357" cy="283312"/>
      </dsp:txXfrm>
    </dsp:sp>
    <dsp:sp modelId="{91CB6799-0928-4E01-9EDA-41B17BB04FAF}">
      <dsp:nvSpPr>
        <dsp:cNvPr id="0" name=""/>
        <dsp:cNvSpPr/>
      </dsp:nvSpPr>
      <dsp:spPr>
        <a:xfrm>
          <a:off x="2750640" y="3573395"/>
          <a:ext cx="1399076" cy="139907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Harvesting</a:t>
          </a:r>
          <a:endParaRPr lang="en-US" sz="1500" kern="1200" dirty="0"/>
        </a:p>
      </dsp:txBody>
      <dsp:txXfrm>
        <a:off x="2955530" y="3778285"/>
        <a:ext cx="989296" cy="989296"/>
      </dsp:txXfrm>
    </dsp:sp>
    <dsp:sp modelId="{3701657F-6946-4A4C-877D-2A88A526B7E1}">
      <dsp:nvSpPr>
        <dsp:cNvPr id="0" name=""/>
        <dsp:cNvSpPr/>
      </dsp:nvSpPr>
      <dsp:spPr>
        <a:xfrm rot="10800000">
          <a:off x="2224312" y="4036839"/>
          <a:ext cx="371938" cy="47218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2335893" y="4131277"/>
        <a:ext cx="260357" cy="283312"/>
      </dsp:txXfrm>
    </dsp:sp>
    <dsp:sp modelId="{28372633-A8CE-4898-AF86-305447452F30}">
      <dsp:nvSpPr>
        <dsp:cNvPr id="0" name=""/>
        <dsp:cNvSpPr/>
      </dsp:nvSpPr>
      <dsp:spPr>
        <a:xfrm>
          <a:off x="649793" y="3573395"/>
          <a:ext cx="1399076" cy="1399076"/>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Sell it to local oil extraction industries</a:t>
          </a:r>
          <a:endParaRPr lang="en-US" sz="1500" kern="1200" dirty="0"/>
        </a:p>
      </dsp:txBody>
      <dsp:txXfrm>
        <a:off x="854683" y="3778285"/>
        <a:ext cx="989296" cy="989296"/>
      </dsp:txXfrm>
    </dsp:sp>
    <dsp:sp modelId="{3BFA7701-5D17-48E5-8EAF-0CE4B894FCD8}">
      <dsp:nvSpPr>
        <dsp:cNvPr id="0" name=""/>
        <dsp:cNvSpPr/>
      </dsp:nvSpPr>
      <dsp:spPr>
        <a:xfrm rot="15120000">
          <a:off x="842016" y="3047839"/>
          <a:ext cx="371938" cy="472188"/>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rot="10800000">
        <a:off x="915047" y="3195337"/>
        <a:ext cx="260357" cy="283312"/>
      </dsp:txXfrm>
    </dsp:sp>
    <dsp:sp modelId="{4DD53E4A-81C3-4CAD-B31F-4C20BA5CFCD7}">
      <dsp:nvSpPr>
        <dsp:cNvPr id="0" name=""/>
        <dsp:cNvSpPr/>
      </dsp:nvSpPr>
      <dsp:spPr>
        <a:xfrm>
          <a:off x="596" y="1575371"/>
          <a:ext cx="1399076" cy="1399076"/>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en-US" sz="1500" kern="1200" dirty="0" smtClean="0"/>
            <a:t>Sell vetiver oil</a:t>
          </a:r>
          <a:endParaRPr lang="en-US" sz="1500" kern="1200" dirty="0"/>
        </a:p>
      </dsp:txBody>
      <dsp:txXfrm>
        <a:off x="205486" y="1780261"/>
        <a:ext cx="989296" cy="989296"/>
      </dsp:txXfrm>
    </dsp:sp>
    <dsp:sp modelId="{670EC530-2BF9-418C-9EBE-CFD33FE15D7D}">
      <dsp:nvSpPr>
        <dsp:cNvPr id="0" name=""/>
        <dsp:cNvSpPr/>
      </dsp:nvSpPr>
      <dsp:spPr>
        <a:xfrm rot="19440000">
          <a:off x="1355459" y="1427579"/>
          <a:ext cx="371938" cy="472188"/>
        </a:xfrm>
        <a:prstGeom prst="righ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p>
      </dsp:txBody>
      <dsp:txXfrm>
        <a:off x="1366114" y="1554810"/>
        <a:ext cx="260357" cy="2833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D7722-BC70-46AA-A506-3DB4A98F9308}">
      <dsp:nvSpPr>
        <dsp:cNvPr id="0" name=""/>
        <dsp:cNvSpPr/>
      </dsp:nvSpPr>
      <dsp:spPr>
        <a:xfrm rot="5400000">
          <a:off x="2369166" y="-2064188"/>
          <a:ext cx="1273888" cy="5407516"/>
        </a:xfrm>
        <a:prstGeom prst="snip2DiagRect">
          <a:avLst/>
        </a:prstGeom>
        <a:solidFill>
          <a:schemeClr val="accent2">
            <a:alpha val="9000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066800">
            <a:lnSpc>
              <a:spcPct val="90000"/>
            </a:lnSpc>
            <a:spcBef>
              <a:spcPct val="0"/>
            </a:spcBef>
            <a:spcAft>
              <a:spcPct val="15000"/>
            </a:spcAft>
            <a:buChar char="••"/>
          </a:pPr>
          <a:r>
            <a:rPr lang="en-US" sz="2400" kern="1200" dirty="0" smtClean="0">
              <a:solidFill>
                <a:schemeClr val="bg1"/>
              </a:solidFill>
            </a:rPr>
            <a:t>Create Awareness </a:t>
          </a:r>
          <a:endParaRPr lang="en-US" sz="2400" kern="1200" dirty="0">
            <a:solidFill>
              <a:schemeClr val="bg1"/>
            </a:solidFill>
          </a:endParaRPr>
        </a:p>
      </dsp:txBody>
      <dsp:txXfrm rot="-5400000">
        <a:off x="408511" y="108785"/>
        <a:ext cx="5195198" cy="1061570"/>
      </dsp:txXfrm>
    </dsp:sp>
    <dsp:sp modelId="{9E87D3F1-4C62-44C2-839D-F5FF792F807F}">
      <dsp:nvSpPr>
        <dsp:cNvPr id="0" name=""/>
        <dsp:cNvSpPr/>
      </dsp:nvSpPr>
      <dsp:spPr>
        <a:xfrm>
          <a:off x="481112" y="164637"/>
          <a:ext cx="686241" cy="949864"/>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US" sz="3400" kern="1200" dirty="0" smtClean="0">
              <a:solidFill>
                <a:schemeClr val="bg1">
                  <a:lumMod val="50000"/>
                </a:schemeClr>
              </a:solidFill>
            </a:rPr>
            <a:t>1</a:t>
          </a:r>
          <a:endParaRPr lang="en-US" sz="3400" kern="1200" dirty="0">
            <a:solidFill>
              <a:schemeClr val="bg1">
                <a:lumMod val="50000"/>
              </a:schemeClr>
            </a:solidFill>
          </a:endParaRPr>
        </a:p>
      </dsp:txBody>
      <dsp:txXfrm>
        <a:off x="581610" y="303741"/>
        <a:ext cx="485245" cy="671656"/>
      </dsp:txXfrm>
    </dsp:sp>
    <dsp:sp modelId="{D12A3826-2E3C-4C07-A727-88547A37A6F8}">
      <dsp:nvSpPr>
        <dsp:cNvPr id="0" name=""/>
        <dsp:cNvSpPr/>
      </dsp:nvSpPr>
      <dsp:spPr>
        <a:xfrm rot="5400000">
          <a:off x="2369166" y="-665159"/>
          <a:ext cx="1273888" cy="5407516"/>
        </a:xfrm>
        <a:prstGeom prst="snip2DiagRect">
          <a:avLst/>
        </a:prstGeom>
        <a:solidFill>
          <a:schemeClr val="accent3">
            <a:alpha val="9000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066800">
            <a:lnSpc>
              <a:spcPct val="90000"/>
            </a:lnSpc>
            <a:spcBef>
              <a:spcPct val="0"/>
            </a:spcBef>
            <a:spcAft>
              <a:spcPct val="15000"/>
            </a:spcAft>
            <a:buChar char="••"/>
          </a:pPr>
          <a:r>
            <a:rPr lang="en-US" sz="2400" kern="1200" dirty="0" smtClean="0">
              <a:solidFill>
                <a:schemeClr val="bg1"/>
              </a:solidFill>
            </a:rPr>
            <a:t>Increase the reach of EWB in Campuses  </a:t>
          </a:r>
          <a:endParaRPr lang="en-US" sz="2400" kern="1200" dirty="0">
            <a:solidFill>
              <a:schemeClr val="bg1"/>
            </a:solidFill>
          </a:endParaRPr>
        </a:p>
      </dsp:txBody>
      <dsp:txXfrm rot="-5400000">
        <a:off x="408511" y="1507814"/>
        <a:ext cx="5195198" cy="1061570"/>
      </dsp:txXfrm>
    </dsp:sp>
    <dsp:sp modelId="{A60E8B29-3A41-41E6-92ED-087DF974D6A6}">
      <dsp:nvSpPr>
        <dsp:cNvPr id="0" name=""/>
        <dsp:cNvSpPr/>
      </dsp:nvSpPr>
      <dsp:spPr>
        <a:xfrm>
          <a:off x="481112" y="1563665"/>
          <a:ext cx="686241" cy="949864"/>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US" sz="3400" kern="1200" dirty="0" smtClean="0">
              <a:solidFill>
                <a:schemeClr val="bg1">
                  <a:lumMod val="50000"/>
                </a:schemeClr>
              </a:solidFill>
            </a:rPr>
            <a:t>2</a:t>
          </a:r>
          <a:endParaRPr lang="en-US" sz="3400" kern="1200" dirty="0">
            <a:solidFill>
              <a:schemeClr val="bg1">
                <a:lumMod val="50000"/>
              </a:schemeClr>
            </a:solidFill>
          </a:endParaRPr>
        </a:p>
      </dsp:txBody>
      <dsp:txXfrm>
        <a:off x="581610" y="1702769"/>
        <a:ext cx="485245" cy="671656"/>
      </dsp:txXfrm>
    </dsp:sp>
    <dsp:sp modelId="{B8C87BA3-2339-4CFC-B0F3-582D7C37476C}">
      <dsp:nvSpPr>
        <dsp:cNvPr id="0" name=""/>
        <dsp:cNvSpPr/>
      </dsp:nvSpPr>
      <dsp:spPr>
        <a:xfrm rot="5400000">
          <a:off x="2369166" y="733868"/>
          <a:ext cx="1273888" cy="5407516"/>
        </a:xfrm>
        <a:prstGeom prst="snip2DiagRect">
          <a:avLst/>
        </a:prstGeom>
        <a:solidFill>
          <a:schemeClr val="accent4">
            <a:alpha val="9000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066800">
            <a:lnSpc>
              <a:spcPct val="90000"/>
            </a:lnSpc>
            <a:spcBef>
              <a:spcPct val="0"/>
            </a:spcBef>
            <a:spcAft>
              <a:spcPct val="15000"/>
            </a:spcAft>
            <a:buChar char="••"/>
          </a:pPr>
          <a:r>
            <a:rPr lang="en-US" sz="2400" kern="1200" dirty="0" smtClean="0">
              <a:solidFill>
                <a:schemeClr val="bg1"/>
              </a:solidFill>
            </a:rPr>
            <a:t>Gather opinion on sustainable Engineering Solutions </a:t>
          </a:r>
          <a:endParaRPr lang="en-US" sz="2400" kern="1200" dirty="0">
            <a:solidFill>
              <a:schemeClr val="bg1"/>
            </a:solidFill>
          </a:endParaRPr>
        </a:p>
      </dsp:txBody>
      <dsp:txXfrm rot="-5400000">
        <a:off x="408511" y="2906841"/>
        <a:ext cx="5195198" cy="1061570"/>
      </dsp:txXfrm>
    </dsp:sp>
    <dsp:sp modelId="{3364F820-B13F-496A-8388-7D4ADED4386F}">
      <dsp:nvSpPr>
        <dsp:cNvPr id="0" name=""/>
        <dsp:cNvSpPr/>
      </dsp:nvSpPr>
      <dsp:spPr>
        <a:xfrm>
          <a:off x="481112" y="2962694"/>
          <a:ext cx="686241" cy="949864"/>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US" sz="3400" kern="1200" dirty="0" smtClean="0">
              <a:solidFill>
                <a:schemeClr val="bg1">
                  <a:lumMod val="50000"/>
                </a:schemeClr>
              </a:solidFill>
            </a:rPr>
            <a:t>3</a:t>
          </a:r>
          <a:endParaRPr lang="en-US" sz="3400" kern="1200" dirty="0">
            <a:solidFill>
              <a:schemeClr val="bg1">
                <a:lumMod val="50000"/>
              </a:schemeClr>
            </a:solidFill>
          </a:endParaRPr>
        </a:p>
      </dsp:txBody>
      <dsp:txXfrm>
        <a:off x="581610" y="3101798"/>
        <a:ext cx="485245" cy="671656"/>
      </dsp:txXfrm>
    </dsp:sp>
    <dsp:sp modelId="{F54CC983-2FE2-4D0A-B507-72F8DDB1CE8B}">
      <dsp:nvSpPr>
        <dsp:cNvPr id="0" name=""/>
        <dsp:cNvSpPr/>
      </dsp:nvSpPr>
      <dsp:spPr>
        <a:xfrm rot="5400000">
          <a:off x="2369166" y="2132897"/>
          <a:ext cx="1273888" cy="5407516"/>
        </a:xfrm>
        <a:prstGeom prst="snip2DiagRect">
          <a:avLst/>
        </a:prstGeom>
        <a:solidFill>
          <a:schemeClr val="accent6">
            <a:alpha val="9000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914400" lvl="1" indent="-914400" algn="l" defTabSz="1066800">
            <a:lnSpc>
              <a:spcPct val="90000"/>
            </a:lnSpc>
            <a:spcBef>
              <a:spcPct val="0"/>
            </a:spcBef>
            <a:spcAft>
              <a:spcPct val="15000"/>
            </a:spcAft>
            <a:buChar char="••"/>
          </a:pPr>
          <a:r>
            <a:rPr lang="en-US" sz="2400" kern="1200" dirty="0" smtClean="0">
              <a:solidFill>
                <a:schemeClr val="bg1"/>
              </a:solidFill>
            </a:rPr>
            <a:t>Interaction Platform  </a:t>
          </a:r>
          <a:endParaRPr lang="en-US" sz="2400" kern="1200" dirty="0">
            <a:solidFill>
              <a:schemeClr val="bg1"/>
            </a:solidFill>
          </a:endParaRPr>
        </a:p>
      </dsp:txBody>
      <dsp:txXfrm rot="-5400000">
        <a:off x="408511" y="4305870"/>
        <a:ext cx="5195198" cy="1061570"/>
      </dsp:txXfrm>
    </dsp:sp>
    <dsp:sp modelId="{D91B0B47-F3B7-4737-BE5C-BB3F0115C9EB}">
      <dsp:nvSpPr>
        <dsp:cNvPr id="0" name=""/>
        <dsp:cNvSpPr/>
      </dsp:nvSpPr>
      <dsp:spPr>
        <a:xfrm>
          <a:off x="481112" y="4361722"/>
          <a:ext cx="686241" cy="949864"/>
        </a:xfrm>
        <a:prstGeom prst="ellipse">
          <a:avLst/>
        </a:prstGeom>
        <a:gradFill flip="none" rotWithShape="1">
          <a:gsLst>
            <a:gs pos="0">
              <a:schemeClr val="bg1"/>
            </a:gs>
            <a:gs pos="100000">
              <a:schemeClr val="bg1">
                <a:lumMod val="75000"/>
              </a:schemeClr>
            </a:gs>
          </a:gsLst>
          <a:path path="circle">
            <a:fillToRect l="50000" t="50000" r="50000" b="50000"/>
          </a:path>
          <a:tileRect/>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lvl="0" algn="ctr" defTabSz="1511300">
            <a:lnSpc>
              <a:spcPct val="90000"/>
            </a:lnSpc>
            <a:spcBef>
              <a:spcPct val="0"/>
            </a:spcBef>
            <a:spcAft>
              <a:spcPct val="35000"/>
            </a:spcAft>
          </a:pPr>
          <a:r>
            <a:rPr lang="en-US" sz="3400" kern="1200" dirty="0" smtClean="0">
              <a:solidFill>
                <a:schemeClr val="bg1">
                  <a:lumMod val="50000"/>
                </a:schemeClr>
              </a:solidFill>
            </a:rPr>
            <a:t>4</a:t>
          </a:r>
          <a:endParaRPr lang="en-US" sz="3400" kern="1200" dirty="0">
            <a:solidFill>
              <a:schemeClr val="bg1">
                <a:lumMod val="50000"/>
              </a:schemeClr>
            </a:solidFill>
          </a:endParaRPr>
        </a:p>
      </dsp:txBody>
      <dsp:txXfrm>
        <a:off x="581610" y="4500826"/>
        <a:ext cx="485245" cy="6716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894D2A-7448-4EEF-BE7A-AFECDF46E879}">
      <dsp:nvSpPr>
        <dsp:cNvPr id="0" name=""/>
        <dsp:cNvSpPr/>
      </dsp:nvSpPr>
      <dsp:spPr>
        <a:xfrm rot="16200000">
          <a:off x="487680" y="-487680"/>
          <a:ext cx="1704703" cy="2680063"/>
        </a:xfrm>
        <a:prstGeom prst="round1Rect">
          <a:avLst/>
        </a:prstGeom>
        <a:blipFill rotWithShape="0">
          <a:blip xmlns:r="http://schemas.openxmlformats.org/officeDocument/2006/relationships" r:embed="rId1"/>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261419D1-020B-4657-BF78-9F0E18F7ED53}">
      <dsp:nvSpPr>
        <dsp:cNvPr id="0" name=""/>
        <dsp:cNvSpPr/>
      </dsp:nvSpPr>
      <dsp:spPr>
        <a:xfrm>
          <a:off x="2680063" y="0"/>
          <a:ext cx="2680063" cy="1704703"/>
        </a:xfrm>
        <a:prstGeom prst="round1Rect">
          <a:avLst/>
        </a:prstGeom>
        <a:blipFill rotWithShape="0">
          <a:blip xmlns:r="http://schemas.openxmlformats.org/officeDocument/2006/relationships" r:embed="rId2"/>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4D001CF-E85D-43CF-A52B-834DD35C680F}">
      <dsp:nvSpPr>
        <dsp:cNvPr id="0" name=""/>
        <dsp:cNvSpPr/>
      </dsp:nvSpPr>
      <dsp:spPr>
        <a:xfrm rot="10800000">
          <a:off x="0" y="1704703"/>
          <a:ext cx="2680063" cy="1704703"/>
        </a:xfrm>
        <a:prstGeom prst="round1Rect">
          <a:avLst/>
        </a:prstGeom>
        <a:blipFill rotWithShape="0">
          <a:blip xmlns:r="http://schemas.openxmlformats.org/officeDocument/2006/relationships" r:embed="rId3"/>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CD42C0B-1FA3-425E-90C8-A1C3A2B21B06}">
      <dsp:nvSpPr>
        <dsp:cNvPr id="0" name=""/>
        <dsp:cNvSpPr/>
      </dsp:nvSpPr>
      <dsp:spPr>
        <a:xfrm rot="5400000">
          <a:off x="3167743" y="1217023"/>
          <a:ext cx="1704703" cy="2680063"/>
        </a:xfrm>
        <a:prstGeom prst="round1Rect">
          <a:avLst/>
        </a:prstGeom>
        <a:blipFill rotWithShape="0">
          <a:blip xmlns:r="http://schemas.openxmlformats.org/officeDocument/2006/relationships" r:embed="rId4"/>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4D9E059-1CF5-46B4-9BDC-6A89B9F2C818}">
      <dsp:nvSpPr>
        <dsp:cNvPr id="0" name=""/>
        <dsp:cNvSpPr/>
      </dsp:nvSpPr>
      <dsp:spPr>
        <a:xfrm>
          <a:off x="1876044" y="1019237"/>
          <a:ext cx="1608037" cy="1370930"/>
        </a:xfrm>
        <a:prstGeom prst="roundRect">
          <a:avLst/>
        </a:prstGeom>
        <a:gradFill flip="none" rotWithShape="1">
          <a:gsLst>
            <a:gs pos="0">
              <a:schemeClr val="bg1">
                <a:lumMod val="65000"/>
              </a:schemeClr>
            </a:gs>
            <a:gs pos="80000">
              <a:schemeClr val="bg1">
                <a:lumMod val="65000"/>
              </a:schemeClr>
            </a:gs>
            <a:gs pos="100000">
              <a:schemeClr val="bg1">
                <a:lumMod val="85000"/>
              </a:schemeClr>
            </a:gs>
          </a:gsLst>
          <a:lin ang="16200000" scaled="1"/>
          <a:tileRect/>
        </a:gradFill>
        <a:ln>
          <a:noFill/>
        </a:ln>
        <a:effectLst/>
      </dsp:spPr>
      <dsp:style>
        <a:lnRef idx="0">
          <a:scrgbClr r="0" g="0" b="0"/>
        </a:lnRef>
        <a:fillRef idx="3">
          <a:scrgbClr r="0" g="0" b="0"/>
        </a:fillRef>
        <a:effectRef idx="2">
          <a:scrgbClr r="0" g="0" b="0"/>
        </a:effectRef>
        <a:fontRef idx="minor"/>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smtClean="0">
              <a:solidFill>
                <a:schemeClr val="accent5">
                  <a:lumMod val="50000"/>
                </a:schemeClr>
              </a:solidFill>
              <a:latin typeface="Adobe Arabic" panose="02040503050201020203" pitchFamily="18" charset="-78"/>
              <a:cs typeface="Adobe Arabic" panose="02040503050201020203" pitchFamily="18" charset="-78"/>
            </a:rPr>
            <a:t>Social Media Networking</a:t>
          </a:r>
          <a:endParaRPr lang="en-US" sz="2400" b="1" kern="1200" dirty="0">
            <a:solidFill>
              <a:schemeClr val="accent5">
                <a:lumMod val="50000"/>
              </a:schemeClr>
            </a:solidFill>
            <a:latin typeface="Adobe Arabic" panose="02040503050201020203" pitchFamily="18" charset="-78"/>
            <a:cs typeface="Adobe Arabic" panose="02040503050201020203" pitchFamily="18" charset="-78"/>
          </a:endParaRPr>
        </a:p>
      </dsp:txBody>
      <dsp:txXfrm>
        <a:off x="1942967" y="1086160"/>
        <a:ext cx="1474191" cy="123708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70FD0-1AE0-4DBC-BAD3-8BB34013E9AC}">
      <dsp:nvSpPr>
        <dsp:cNvPr id="0" name=""/>
        <dsp:cNvSpPr/>
      </dsp:nvSpPr>
      <dsp:spPr>
        <a:xfrm>
          <a:off x="-7101608" y="-1086116"/>
          <a:ext cx="8455466" cy="8455466"/>
        </a:xfrm>
        <a:prstGeom prst="blockArc">
          <a:avLst>
            <a:gd name="adj1" fmla="val 18900000"/>
            <a:gd name="adj2" fmla="val 2700000"/>
            <a:gd name="adj3" fmla="val 255"/>
          </a:avLst>
        </a:prstGeom>
        <a:noFill/>
        <a:ln w="12700" cap="flat" cmpd="sng" algn="ctr">
          <a:solidFill>
            <a:schemeClr val="dk1">
              <a:shade val="60000"/>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7302BB53-3A0B-42EF-AD50-BBF6490DB698}">
      <dsp:nvSpPr>
        <dsp:cNvPr id="0" name=""/>
        <dsp:cNvSpPr/>
      </dsp:nvSpPr>
      <dsp:spPr>
        <a:xfrm>
          <a:off x="872112" y="628323"/>
          <a:ext cx="6778744" cy="1256646"/>
        </a:xfrm>
        <a:prstGeom prst="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7463" tIns="50800" rIns="50800" bIns="50800" numCol="1" spcCol="1270" anchor="ctr" anchorCtr="0">
          <a:noAutofit/>
        </a:bodyPr>
        <a:lstStyle/>
        <a:p>
          <a:pPr lvl="0" algn="l" defTabSz="889000">
            <a:lnSpc>
              <a:spcPct val="90000"/>
            </a:lnSpc>
            <a:spcBef>
              <a:spcPct val="0"/>
            </a:spcBef>
            <a:spcAft>
              <a:spcPct val="35000"/>
            </a:spcAft>
          </a:pPr>
          <a:r>
            <a:rPr lang="en-US" sz="2000" kern="1200" dirty="0" smtClean="0">
              <a:solidFill>
                <a:schemeClr val="accent5">
                  <a:lumMod val="50000"/>
                </a:schemeClr>
              </a:solidFill>
            </a:rPr>
            <a:t>Construction of Improved Chula and their distribution with </a:t>
          </a:r>
          <a:r>
            <a:rPr lang="en-US" sz="2000" kern="1200" smtClean="0">
              <a:solidFill>
                <a:schemeClr val="accent5">
                  <a:lumMod val="50000"/>
                </a:schemeClr>
              </a:solidFill>
            </a:rPr>
            <a:t>the help of </a:t>
          </a:r>
          <a:r>
            <a:rPr lang="en-US" sz="2000" kern="1200" dirty="0" smtClean="0">
              <a:solidFill>
                <a:schemeClr val="accent5">
                  <a:lumMod val="50000"/>
                </a:schemeClr>
              </a:solidFill>
            </a:rPr>
            <a:t>corporate companies.</a:t>
          </a:r>
          <a:endParaRPr lang="en-IN" sz="2000" kern="1200" dirty="0">
            <a:solidFill>
              <a:schemeClr val="accent5">
                <a:lumMod val="50000"/>
              </a:schemeClr>
            </a:solidFill>
          </a:endParaRPr>
        </a:p>
      </dsp:txBody>
      <dsp:txXfrm>
        <a:off x="872112" y="628323"/>
        <a:ext cx="6778744" cy="1256646"/>
      </dsp:txXfrm>
    </dsp:sp>
    <dsp:sp modelId="{916941BD-D58F-4472-8672-6B4AC71261E7}">
      <dsp:nvSpPr>
        <dsp:cNvPr id="0" name=""/>
        <dsp:cNvSpPr/>
      </dsp:nvSpPr>
      <dsp:spPr>
        <a:xfrm>
          <a:off x="129285" y="433676"/>
          <a:ext cx="1547450" cy="1594417"/>
        </a:xfrm>
        <a:prstGeom prst="ellipse">
          <a:avLst/>
        </a:prstGeom>
        <a:solidFill>
          <a:schemeClr val="lt1">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90A43786-4F70-492C-B1F8-A276187BF767}">
      <dsp:nvSpPr>
        <dsp:cNvPr id="0" name=""/>
        <dsp:cNvSpPr/>
      </dsp:nvSpPr>
      <dsp:spPr>
        <a:xfrm>
          <a:off x="1328903" y="2513293"/>
          <a:ext cx="6321953" cy="1256646"/>
        </a:xfrm>
        <a:prstGeom prst="rect">
          <a:avLst/>
        </a:prstGeom>
        <a:solidFill>
          <a:schemeClr val="bg1"/>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7463" tIns="50800" rIns="50800" bIns="50800" numCol="1" spcCol="1270" anchor="ctr" anchorCtr="0">
          <a:noAutofit/>
        </a:bodyPr>
        <a:lstStyle/>
        <a:p>
          <a:pPr lvl="0" algn="l" defTabSz="889000">
            <a:lnSpc>
              <a:spcPct val="90000"/>
            </a:lnSpc>
            <a:spcBef>
              <a:spcPct val="0"/>
            </a:spcBef>
            <a:spcAft>
              <a:spcPct val="35000"/>
            </a:spcAft>
          </a:pPr>
          <a:r>
            <a:rPr lang="en-US" sz="2000" kern="1200" dirty="0" smtClean="0">
              <a:solidFill>
                <a:schemeClr val="accent5">
                  <a:lumMod val="50000"/>
                </a:schemeClr>
              </a:solidFill>
            </a:rPr>
            <a:t>Under the guidance of professors of IIT Kharagpur we are exploring ways to install water filters and solar crop harvester in nearby villages.</a:t>
          </a:r>
          <a:endParaRPr lang="en-IN" sz="2000" kern="1200" dirty="0">
            <a:solidFill>
              <a:schemeClr val="accent5">
                <a:lumMod val="50000"/>
              </a:schemeClr>
            </a:solidFill>
          </a:endParaRPr>
        </a:p>
      </dsp:txBody>
      <dsp:txXfrm>
        <a:off x="1328903" y="2513293"/>
        <a:ext cx="6321953" cy="1256646"/>
      </dsp:txXfrm>
    </dsp:sp>
    <dsp:sp modelId="{588754F6-D478-4AF6-836F-8630FC60E5E3}">
      <dsp:nvSpPr>
        <dsp:cNvPr id="0" name=""/>
        <dsp:cNvSpPr/>
      </dsp:nvSpPr>
      <dsp:spPr>
        <a:xfrm>
          <a:off x="543499" y="2356212"/>
          <a:ext cx="1570808" cy="1570808"/>
        </a:xfrm>
        <a:prstGeom prst="ellipse">
          <a:avLst/>
        </a:prstGeom>
        <a:solidFill>
          <a:schemeClr val="lt1">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 modelId="{E3B933B2-E8F3-4904-9C7F-49C3F038A894}">
      <dsp:nvSpPr>
        <dsp:cNvPr id="0" name=""/>
        <dsp:cNvSpPr/>
      </dsp:nvSpPr>
      <dsp:spPr>
        <a:xfrm>
          <a:off x="872112" y="4398263"/>
          <a:ext cx="6778744" cy="1256646"/>
        </a:xfrm>
        <a:prstGeom prst="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7463" tIns="50800" rIns="50800" bIns="50800" numCol="1" spcCol="1270" anchor="ctr" anchorCtr="0">
          <a:noAutofit/>
        </a:bodyPr>
        <a:lstStyle/>
        <a:p>
          <a:pPr lvl="0" algn="l" defTabSz="889000">
            <a:lnSpc>
              <a:spcPct val="90000"/>
            </a:lnSpc>
            <a:spcBef>
              <a:spcPct val="0"/>
            </a:spcBef>
            <a:spcAft>
              <a:spcPct val="35000"/>
            </a:spcAft>
          </a:pPr>
          <a:r>
            <a:rPr lang="en-IN" sz="2000" kern="1200" dirty="0" smtClean="0">
              <a:solidFill>
                <a:schemeClr val="accent5">
                  <a:lumMod val="50000"/>
                </a:schemeClr>
              </a:solidFill>
            </a:rPr>
            <a:t>Various potential sponsors have to be discovered particularly in nearby cities.</a:t>
          </a:r>
          <a:endParaRPr lang="en-IN" sz="2000" kern="1200" dirty="0">
            <a:solidFill>
              <a:schemeClr val="accent5">
                <a:lumMod val="50000"/>
              </a:schemeClr>
            </a:solidFill>
          </a:endParaRPr>
        </a:p>
      </dsp:txBody>
      <dsp:txXfrm>
        <a:off x="872112" y="4398263"/>
        <a:ext cx="6778744" cy="1256646"/>
      </dsp:txXfrm>
    </dsp:sp>
    <dsp:sp modelId="{ABCE01CD-3578-4CFD-8D5C-7D31C3CF148A}">
      <dsp:nvSpPr>
        <dsp:cNvPr id="0" name=""/>
        <dsp:cNvSpPr/>
      </dsp:nvSpPr>
      <dsp:spPr>
        <a:xfrm>
          <a:off x="51538" y="4208588"/>
          <a:ext cx="1570808" cy="1570808"/>
        </a:xfrm>
        <a:prstGeom prst="ellipse">
          <a:avLst/>
        </a:prstGeom>
        <a:solidFill>
          <a:schemeClr val="lt1">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E08F2E-5F06-4CE2-A139-452A1382A6F0}" type="datetimeFigureOut">
              <a:rPr lang="en-US"/>
              <a:pPr/>
              <a:t>2/26/2016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828588A-5C4E-401A-AECC-B6F63A9DE965}" type="slidenum">
              <a:rPr/>
              <a:pPr/>
              <a:t>‹#›</a:t>
            </a:fld>
            <a:endParaRPr/>
          </a:p>
        </p:txBody>
      </p:sp>
    </p:spTree>
    <p:extLst>
      <p:ext uri="{BB962C8B-B14F-4D97-AF65-F5344CB8AC3E}">
        <p14:creationId xmlns:p14="http://schemas.microsoft.com/office/powerpoint/2010/main" val="10599797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4C5DC6-1594-414D-9341-ABA08739246C}" type="datetimeFigureOut">
              <a:rPr lang="en-US"/>
              <a:pPr/>
              <a:t>2/26/2016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542409-6A04-4DC6-AC3A-D3758287A8F2}" type="slidenum">
              <a:rPr/>
              <a:pPr/>
              <a:t>‹#›</a:t>
            </a:fld>
            <a:endParaRPr/>
          </a:p>
        </p:txBody>
      </p:sp>
    </p:spTree>
    <p:extLst>
      <p:ext uri="{BB962C8B-B14F-4D97-AF65-F5344CB8AC3E}">
        <p14:creationId xmlns:p14="http://schemas.microsoft.com/office/powerpoint/2010/main" val="254115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7542409-6A04-4DC6-AC3A-D3758287A8F2}" type="slidenum">
              <a:rPr lang="en-US" smtClean="0"/>
              <a:pPr/>
              <a:t>1</a:t>
            </a:fld>
            <a:endParaRPr lang="en-US"/>
          </a:p>
        </p:txBody>
      </p:sp>
    </p:spTree>
    <p:extLst>
      <p:ext uri="{BB962C8B-B14F-4D97-AF65-F5344CB8AC3E}">
        <p14:creationId xmlns:p14="http://schemas.microsoft.com/office/powerpoint/2010/main" val="330082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fontScale="25000" lnSpcReduction="20000"/>
          </a:bodyPr>
          <a:lstStyle/>
          <a:p>
            <a:r>
              <a:rPr lang="en-US" sz="1400" b="1" dirty="0" smtClean="0"/>
              <a:t>SmartArt custom</a:t>
            </a:r>
            <a:r>
              <a:rPr lang="en-US" sz="1400" b="1" baseline="0" dirty="0" smtClean="0"/>
              <a:t> a</a:t>
            </a:r>
            <a:r>
              <a:rPr lang="en-US" sz="1400" b="1" dirty="0" smtClean="0"/>
              <a:t>nimation effects: pictures peek-in</a:t>
            </a:r>
          </a:p>
          <a:p>
            <a:r>
              <a:rPr lang="en-US" sz="1400" dirty="0" smtClean="0"/>
              <a:t>(Basic)</a:t>
            </a:r>
          </a:p>
          <a:p>
            <a:endParaRPr lang="en-US" sz="1200" dirty="0" smtClean="0"/>
          </a:p>
          <a:p>
            <a:endParaRPr lang="en-US" sz="1200" dirty="0" smtClean="0"/>
          </a:p>
          <a:p>
            <a:r>
              <a:rPr lang="en-US" sz="1200" dirty="0" smtClean="0"/>
              <a:t>To reproduce the SmartArt effects on this page, do the following:</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dirty="0" smtClean="0"/>
              <a:t>On the </a:t>
            </a:r>
            <a:r>
              <a:rPr lang="en-US" sz="1200" b="1" dirty="0" smtClean="0"/>
              <a:t>Home</a:t>
            </a:r>
            <a:r>
              <a:rPr lang="en-US" sz="1200" b="0" dirty="0" smtClean="0"/>
              <a:t> tab, in the </a:t>
            </a:r>
            <a:r>
              <a:rPr lang="en-US" sz="1200" b="1" dirty="0" smtClean="0"/>
              <a:t>Slides</a:t>
            </a:r>
            <a:r>
              <a:rPr lang="en-US" sz="1200" b="0" dirty="0" smtClean="0"/>
              <a:t> group, click </a:t>
            </a:r>
            <a:r>
              <a:rPr lang="en-US" sz="1200" b="1" dirty="0" smtClean="0"/>
              <a:t>Layout</a:t>
            </a:r>
            <a:r>
              <a:rPr lang="en-US" sz="1200" b="0" dirty="0" smtClean="0"/>
              <a:t>, and then click</a:t>
            </a:r>
            <a:r>
              <a:rPr lang="en-US" sz="1200" b="0" baseline="0" dirty="0" smtClean="0"/>
              <a:t> </a:t>
            </a:r>
            <a:r>
              <a:rPr lang="en-US" sz="1200" b="1" baseline="0" dirty="0" smtClean="0"/>
              <a:t>Blank</a:t>
            </a:r>
            <a:r>
              <a:rPr lang="en-US" sz="1200" b="0" baseline="0" dirty="0" smtClean="0"/>
              <a: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dirty="0" smtClean="0"/>
              <a:t>On the </a:t>
            </a:r>
            <a:r>
              <a:rPr lang="en-US" sz="1200" b="1" dirty="0" smtClean="0"/>
              <a:t>Insert tab</a:t>
            </a:r>
            <a:r>
              <a:rPr lang="en-US" sz="1200" b="0" dirty="0" smtClean="0"/>
              <a:t>, in the </a:t>
            </a:r>
            <a:r>
              <a:rPr lang="en-US" sz="1200" b="1" dirty="0" smtClean="0"/>
              <a:t>Illustrations</a:t>
            </a:r>
            <a:r>
              <a:rPr lang="en-US" sz="1200" dirty="0" smtClean="0"/>
              <a:t> group, click </a:t>
            </a:r>
            <a:r>
              <a:rPr lang="en-US" sz="1200" b="1" dirty="0" smtClean="0"/>
              <a:t>SmartArt</a:t>
            </a:r>
            <a:r>
              <a:rPr lang="en-US" sz="1200" b="0" dirty="0" smtClean="0"/>
              <a:t>.</a:t>
            </a:r>
          </a:p>
          <a:p>
            <a:pPr marL="228600" indent="-228600">
              <a:buFont typeface="+mj-lt"/>
              <a:buAutoNum type="arabicPeriod"/>
            </a:pPr>
            <a:r>
              <a:rPr lang="en-US" sz="1200" b="0" baseline="0" dirty="0" smtClean="0"/>
              <a:t>In the </a:t>
            </a:r>
            <a:r>
              <a:rPr lang="en-US" sz="1200" b="1" baseline="0" dirty="0" smtClean="0"/>
              <a:t>Choose a SmartArt Graphic </a:t>
            </a:r>
            <a:r>
              <a:rPr lang="en-US" sz="1200" b="0" baseline="0" dirty="0" smtClean="0"/>
              <a:t>dialog box, in the left pane, click </a:t>
            </a:r>
            <a:r>
              <a:rPr lang="en-US" sz="1200" b="1" baseline="0" dirty="0" smtClean="0"/>
              <a:t>Matrix</a:t>
            </a:r>
            <a:r>
              <a:rPr lang="en-US" sz="1200" b="0" baseline="0" dirty="0" smtClean="0"/>
              <a:t>. In the </a:t>
            </a:r>
            <a:r>
              <a:rPr lang="en-US" sz="1200" b="1" baseline="0" dirty="0" smtClean="0"/>
              <a:t>Matrix</a:t>
            </a:r>
            <a:r>
              <a:rPr lang="en-US" sz="1200" b="0" baseline="0" dirty="0" smtClean="0"/>
              <a:t> pane, double-click </a:t>
            </a:r>
            <a:r>
              <a:rPr lang="en-US" sz="1200" b="1" baseline="0" dirty="0" smtClean="0"/>
              <a:t>Titled Matrix </a:t>
            </a:r>
            <a:r>
              <a:rPr lang="en-US" sz="1200" baseline="0" dirty="0" smtClean="0"/>
              <a:t>(second option from the left) to insert the graphic into the slide.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Select the graphic. Under </a:t>
            </a:r>
            <a:r>
              <a:rPr lang="en-US" sz="1200" b="1" baseline="0" dirty="0" smtClean="0"/>
              <a:t>SmartArt Tools</a:t>
            </a:r>
            <a:r>
              <a:rPr lang="en-US" sz="1200" b="0" baseline="0" dirty="0" smtClean="0"/>
              <a:t>, on the </a:t>
            </a:r>
            <a:r>
              <a:rPr lang="en-US" sz="1200" b="1" baseline="0" dirty="0" smtClean="0"/>
              <a:t>Format</a:t>
            </a:r>
            <a:r>
              <a:rPr lang="en-US" sz="1200" b="0" baseline="0" dirty="0" smtClean="0"/>
              <a:t> tab, click </a:t>
            </a:r>
            <a:r>
              <a:rPr lang="en-US" sz="1200" b="1" baseline="0" dirty="0" smtClean="0"/>
              <a:t>Size</a:t>
            </a:r>
            <a:r>
              <a:rPr lang="en-US" sz="1200" b="0" baseline="0" dirty="0" smtClean="0"/>
              <a:t>, and then do the following:</a:t>
            </a:r>
          </a:p>
          <a:p>
            <a:pPr marL="685800" marR="0" lvl="1"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t>In the </a:t>
            </a:r>
            <a:r>
              <a:rPr lang="en-US" sz="1200" b="1" baseline="0" dirty="0" smtClean="0"/>
              <a:t>Height</a:t>
            </a:r>
            <a:r>
              <a:rPr lang="en-US" sz="1200" b="0" baseline="0" dirty="0" smtClean="0"/>
              <a:t> box, enter </a:t>
            </a:r>
            <a:r>
              <a:rPr lang="en-US" sz="1200" b="1" baseline="0" dirty="0" smtClean="0"/>
              <a:t>5.67”</a:t>
            </a:r>
            <a:r>
              <a:rPr lang="en-US" sz="1200" b="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baseline="0" dirty="0" smtClean="0"/>
              <a:t>In the </a:t>
            </a:r>
            <a:r>
              <a:rPr lang="en-US" sz="1200" b="1" baseline="0" dirty="0" smtClean="0"/>
              <a:t>Width</a:t>
            </a:r>
            <a:r>
              <a:rPr lang="en-US" sz="1200" b="0" baseline="0" dirty="0" smtClean="0"/>
              <a:t> box, enter </a:t>
            </a:r>
            <a:r>
              <a:rPr lang="en-US" sz="1200" b="1" baseline="0" dirty="0" smtClean="0"/>
              <a:t>8.5”</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Under </a:t>
            </a:r>
            <a:r>
              <a:rPr lang="en-US" sz="1200" b="1" baseline="0" dirty="0" smtClean="0"/>
              <a:t>SmartArt Tools</a:t>
            </a:r>
            <a:r>
              <a:rPr lang="en-US" sz="1200" b="0" baseline="0" dirty="0" smtClean="0"/>
              <a:t>, on the </a:t>
            </a:r>
            <a:r>
              <a:rPr lang="en-US" sz="1200" b="1" baseline="0" dirty="0" smtClean="0"/>
              <a:t>Format</a:t>
            </a:r>
            <a:r>
              <a:rPr lang="en-US" sz="1200" b="0" baseline="0" dirty="0" smtClean="0"/>
              <a:t> tab, click </a:t>
            </a:r>
            <a:r>
              <a:rPr lang="en-US" sz="1200" b="1" baseline="0" dirty="0" smtClean="0"/>
              <a:t>Arrange</a:t>
            </a:r>
            <a:r>
              <a:rPr lang="en-US" sz="1200" b="0" baseline="0" dirty="0" smtClean="0"/>
              <a:t>, click </a:t>
            </a:r>
            <a:r>
              <a:rPr lang="en-US" sz="1200" b="1" baseline="0" dirty="0" smtClean="0"/>
              <a:t>Align</a:t>
            </a:r>
            <a:r>
              <a:rPr lang="en-US" sz="1200" b="0" baseline="0" dirty="0" smtClean="0"/>
              <a:t>, and then do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Click </a:t>
            </a:r>
            <a:r>
              <a:rPr lang="en-US" sz="1200" b="1" baseline="0" dirty="0" smtClean="0"/>
              <a:t>Align to Slide</a:t>
            </a:r>
            <a:r>
              <a:rPr lang="en-US" sz="1200" b="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Click </a:t>
            </a:r>
            <a:r>
              <a:rPr lang="en-US" sz="1200" b="1" baseline="0" dirty="0" smtClean="0"/>
              <a:t>Align Middle</a:t>
            </a:r>
            <a:r>
              <a:rPr lang="en-US" sz="1200" b="0" baseline="0" dirty="0" smtClean="0"/>
              <a:t>.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baseline="0" dirty="0" smtClean="0"/>
              <a:t>Click </a:t>
            </a:r>
            <a:r>
              <a:rPr lang="en-US" sz="1200" b="1" baseline="0" dirty="0" smtClean="0"/>
              <a:t>Align Center</a:t>
            </a:r>
            <a:r>
              <a:rPr lang="en-US" sz="1200" b="0" baseline="0" dirty="0" smtClean="0"/>
              <a:t>. </a:t>
            </a:r>
            <a:endParaRPr lang="en-US" sz="120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Select</a:t>
            </a:r>
            <a:r>
              <a:rPr lang="en-US" sz="1200" baseline="0" dirty="0" smtClean="0"/>
              <a:t> the graphic, and then click one of the arrows on the left border. In the </a:t>
            </a:r>
            <a:r>
              <a:rPr lang="en-US" sz="1200" b="1" baseline="0" dirty="0" smtClean="0"/>
              <a:t>Type your text here </a:t>
            </a:r>
            <a:r>
              <a:rPr lang="en-US" sz="1200" baseline="0" dirty="0" smtClean="0"/>
              <a:t>dialog box, enter text in the top-level bullet only (text for the rounded rectangle at the center of the graphic). To remove the </a:t>
            </a:r>
            <a:r>
              <a:rPr lang="en-US" sz="1200" b="1" baseline="0" dirty="0" smtClean="0"/>
              <a:t>[Text]</a:t>
            </a:r>
            <a:r>
              <a:rPr lang="en-US" sz="1200" b="0" baseline="0" dirty="0" smtClean="0"/>
              <a:t> placeholder in the second-level bullets, select each bullet and press SPACE.</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smtClean="0"/>
              <a:t>On the slide, select the </a:t>
            </a:r>
            <a:r>
              <a:rPr lang="en-US" sz="1200" baseline="0" dirty="0" smtClean="0"/>
              <a:t>graphic. </a:t>
            </a:r>
            <a:r>
              <a:rPr lang="en-US" sz="1200" b="0" baseline="0" dirty="0" smtClean="0"/>
              <a:t>Under</a:t>
            </a:r>
            <a:r>
              <a:rPr lang="en-US" sz="1200" b="1" baseline="0" dirty="0" smtClean="0"/>
              <a:t> SmartArt</a:t>
            </a:r>
            <a:r>
              <a:rPr lang="en-US" sz="1200" baseline="0" dirty="0" smtClean="0"/>
              <a:t> </a:t>
            </a:r>
            <a:r>
              <a:rPr lang="en-US" sz="1200" b="1" baseline="0" dirty="0" smtClean="0"/>
              <a:t>Tools</a:t>
            </a:r>
            <a:r>
              <a:rPr lang="en-US" sz="1200" b="0" baseline="0" dirty="0" smtClean="0"/>
              <a:t>, on the </a:t>
            </a:r>
            <a:r>
              <a:rPr lang="en-US" sz="1200" b="1" baseline="0" dirty="0" smtClean="0"/>
              <a:t>Design</a:t>
            </a:r>
            <a:r>
              <a:rPr lang="en-US" sz="1200" baseline="0" dirty="0" smtClean="0"/>
              <a:t> tab, in the </a:t>
            </a:r>
            <a:r>
              <a:rPr lang="en-US" sz="1200" b="1" baseline="0" dirty="0" smtClean="0"/>
              <a:t>SmartArt</a:t>
            </a:r>
            <a:r>
              <a:rPr lang="en-US" sz="1200" baseline="0" dirty="0" smtClean="0"/>
              <a:t> </a:t>
            </a:r>
            <a:r>
              <a:rPr lang="en-US" sz="1200" b="1" baseline="0" dirty="0" smtClean="0"/>
              <a:t>Styles</a:t>
            </a:r>
            <a:r>
              <a:rPr lang="en-US" sz="1200" baseline="0" dirty="0" smtClean="0"/>
              <a:t> group, click </a:t>
            </a:r>
            <a:r>
              <a:rPr lang="en-US" sz="1200" b="1" baseline="0" dirty="0" smtClean="0"/>
              <a:t>More</a:t>
            </a:r>
            <a:r>
              <a:rPr lang="en-US" sz="1200" b="0" baseline="0" dirty="0" smtClean="0"/>
              <a:t>, and then under </a:t>
            </a:r>
            <a:r>
              <a:rPr lang="en-US" sz="1200" b="1" baseline="0" dirty="0" smtClean="0"/>
              <a:t>Best Match for Document</a:t>
            </a:r>
            <a:r>
              <a:rPr lang="en-US" sz="1200" b="0" baseline="0" dirty="0" smtClean="0"/>
              <a:t> click </a:t>
            </a:r>
            <a:r>
              <a:rPr lang="en-US" sz="1200" b="1" baseline="0" dirty="0" smtClean="0"/>
              <a:t>Moderate Effect</a:t>
            </a:r>
            <a:r>
              <a:rPr lang="en-US" sz="1200" b="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Select the rounded rectangle at the center of the graphic. </a:t>
            </a:r>
            <a:r>
              <a:rPr lang="en-US" sz="1200" b="0" baseline="0" dirty="0" smtClean="0"/>
              <a:t>On the </a:t>
            </a:r>
            <a:r>
              <a:rPr lang="en-US" sz="1200" b="1" baseline="0" dirty="0" smtClean="0"/>
              <a:t>Home</a:t>
            </a:r>
            <a:r>
              <a:rPr lang="en-US" sz="1200" baseline="0" dirty="0" smtClean="0"/>
              <a:t> tab, in the </a:t>
            </a:r>
            <a:r>
              <a:rPr lang="en-US" sz="1200" b="1" baseline="0" dirty="0" smtClean="0"/>
              <a:t>Font</a:t>
            </a:r>
            <a:r>
              <a:rPr lang="en-US" sz="1200" baseline="0" dirty="0" smtClean="0"/>
              <a:t> group, </a:t>
            </a:r>
            <a:r>
              <a:rPr lang="en-US" sz="1200" b="0" baseline="0" dirty="0" smtClean="0"/>
              <a:t>select </a:t>
            </a:r>
            <a:r>
              <a:rPr lang="en-US" sz="1200" b="1" baseline="0" dirty="0" smtClean="0"/>
              <a:t>28 </a:t>
            </a:r>
            <a:r>
              <a:rPr lang="en-US" sz="1200" b="0" baseline="0" dirty="0" smtClean="0"/>
              <a:t>from</a:t>
            </a:r>
            <a:r>
              <a:rPr lang="en-US" sz="1200" baseline="0" dirty="0" smtClean="0"/>
              <a:t> the </a:t>
            </a:r>
            <a:r>
              <a:rPr lang="en-US" sz="1200" b="1" baseline="0" dirty="0" smtClean="0"/>
              <a:t>Font Size </a:t>
            </a:r>
            <a:r>
              <a:rPr lang="en-US" sz="1200" b="0" baseline="0" dirty="0" smtClean="0"/>
              <a:t>list, click the arrow next to </a:t>
            </a:r>
            <a:r>
              <a:rPr lang="en-US" sz="1200" b="1" baseline="0" dirty="0" smtClean="0"/>
              <a:t>Font Color</a:t>
            </a:r>
            <a:r>
              <a:rPr lang="en-US" sz="1200" b="0" baseline="0" dirty="0" smtClean="0"/>
              <a:t>, and then click </a:t>
            </a:r>
            <a:r>
              <a:rPr lang="en-US" sz="1200" b="1" baseline="0" dirty="0" smtClean="0"/>
              <a:t>White, Background 1 </a:t>
            </a:r>
            <a:r>
              <a:rPr lang="en-US" sz="1200" b="0" baseline="0" dirty="0" smtClean="0"/>
              <a:t>(first row, first option from the left)</a:t>
            </a:r>
            <a:r>
              <a:rPr lang="en-US" sz="120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With the rounded rectangle selected, under </a:t>
            </a:r>
            <a:r>
              <a:rPr lang="en-US" sz="1200" b="1" baseline="0" dirty="0" smtClean="0"/>
              <a:t>SmartArt</a:t>
            </a:r>
            <a:r>
              <a:rPr lang="en-US" sz="1200" baseline="0" dirty="0" smtClean="0"/>
              <a:t> </a:t>
            </a:r>
            <a:r>
              <a:rPr lang="en-US" sz="1200" b="1" baseline="0" dirty="0" smtClean="0"/>
              <a:t>Tools</a:t>
            </a:r>
            <a:r>
              <a:rPr lang="en-US" sz="1200" baseline="0" dirty="0" smtClean="0"/>
              <a:t>, on the </a:t>
            </a:r>
            <a:r>
              <a:rPr lang="en-US" sz="1200" b="1" baseline="0" dirty="0" smtClean="0"/>
              <a:t>Format</a:t>
            </a:r>
            <a:r>
              <a:rPr lang="en-US" sz="1200" baseline="0" dirty="0" smtClean="0"/>
              <a:t> tab, in the bottom right corner of the  </a:t>
            </a:r>
            <a:r>
              <a:rPr lang="en-US" sz="1200" b="1" baseline="0" dirty="0" smtClean="0"/>
              <a:t>Shape</a:t>
            </a:r>
            <a:r>
              <a:rPr lang="en-US" sz="1200" baseline="0" dirty="0" smtClean="0"/>
              <a:t> </a:t>
            </a:r>
            <a:r>
              <a:rPr lang="en-US" sz="1200" b="1" baseline="0" dirty="0" smtClean="0"/>
              <a:t>Styles</a:t>
            </a:r>
            <a:r>
              <a:rPr lang="en-US" sz="1200" baseline="0" dirty="0" smtClean="0"/>
              <a:t> group, click the </a:t>
            </a:r>
            <a:r>
              <a:rPr lang="en-US" sz="1200" b="1" baseline="0" dirty="0" smtClean="0"/>
              <a:t>Format</a:t>
            </a:r>
            <a:r>
              <a:rPr lang="en-US" sz="1200" baseline="0" dirty="0" smtClean="0"/>
              <a:t> </a:t>
            </a:r>
            <a:r>
              <a:rPr lang="en-US" sz="1200" b="1" baseline="0" dirty="0" smtClean="0"/>
              <a:t>Shape</a:t>
            </a:r>
            <a:r>
              <a:rPr lang="en-US" sz="1200" baseline="0" dirty="0" smtClean="0"/>
              <a:t> dialog box launcher. In the </a:t>
            </a:r>
            <a:r>
              <a:rPr lang="en-US" sz="1200" b="1" baseline="0" dirty="0" smtClean="0"/>
              <a:t>Format</a:t>
            </a:r>
            <a:r>
              <a:rPr lang="en-US" sz="1200" baseline="0" dirty="0" smtClean="0"/>
              <a:t> </a:t>
            </a:r>
            <a:r>
              <a:rPr lang="en-US" sz="1200" b="1" baseline="0" dirty="0" smtClean="0"/>
              <a:t>Shape</a:t>
            </a:r>
            <a:r>
              <a:rPr lang="en-US" sz="1200" baseline="0" dirty="0" smtClean="0"/>
              <a:t> dialog box, click </a:t>
            </a:r>
            <a:r>
              <a:rPr lang="en-US" sz="1200" b="1" baseline="0" dirty="0" smtClean="0"/>
              <a:t>Fill</a:t>
            </a:r>
            <a:r>
              <a:rPr lang="en-US" sz="1200" baseline="0" dirty="0" smtClean="0"/>
              <a:t> in the left pane, select </a:t>
            </a:r>
            <a:r>
              <a:rPr lang="en-US" sz="1200" b="1" baseline="0" dirty="0" smtClean="0"/>
              <a:t>Gradient fill</a:t>
            </a:r>
            <a:r>
              <a:rPr lang="en-US" sz="1200" baseline="0" dirty="0" smtClean="0"/>
              <a:t> in the </a:t>
            </a:r>
            <a:r>
              <a:rPr lang="en-US" sz="1200" b="1" baseline="0" dirty="0" smtClean="0"/>
              <a:t>Fill</a:t>
            </a:r>
            <a:r>
              <a:rPr lang="en-US" sz="1200" baseline="0" dirty="0" smtClean="0"/>
              <a:t> pane, and then do the following:</a:t>
            </a:r>
          </a:p>
          <a:p>
            <a:pPr marL="685800" marR="0" lvl="1"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t>In the </a:t>
            </a:r>
            <a:r>
              <a:rPr lang="en-US" sz="1200" b="1" baseline="0" dirty="0" smtClean="0"/>
              <a:t>Type</a:t>
            </a:r>
            <a:r>
              <a:rPr lang="en-US" sz="1200" baseline="0" dirty="0" smtClean="0"/>
              <a:t> list, select </a:t>
            </a:r>
            <a:r>
              <a:rPr lang="en-US" sz="1200" b="1" baseline="0" dirty="0" smtClean="0"/>
              <a:t>Linear</a:t>
            </a:r>
            <a:r>
              <a:rPr lang="en-US" sz="120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aseline="0" dirty="0" smtClean="0"/>
              <a:t>In the </a:t>
            </a:r>
            <a:r>
              <a:rPr lang="en-US" sz="1200" b="1" baseline="0" dirty="0" smtClean="0"/>
              <a:t>Direction</a:t>
            </a:r>
            <a:r>
              <a:rPr lang="en-US" sz="1200" baseline="0" dirty="0" smtClean="0"/>
              <a:t> list, select </a:t>
            </a:r>
            <a:r>
              <a:rPr lang="en-US" sz="1200" b="1" baseline="0" dirty="0" smtClean="0"/>
              <a:t>Linear</a:t>
            </a:r>
            <a:r>
              <a:rPr lang="en-US" sz="1200" baseline="0" dirty="0" smtClean="0"/>
              <a:t> </a:t>
            </a:r>
            <a:r>
              <a:rPr lang="en-US" sz="1200" b="1" baseline="0" dirty="0" smtClean="0"/>
              <a:t>Up (</a:t>
            </a:r>
            <a:r>
              <a:rPr lang="en-US" sz="1200" baseline="0" dirty="0" smtClean="0"/>
              <a:t>second row, second option from the left).</a:t>
            </a:r>
          </a:p>
          <a:p>
            <a:pPr marL="685800" marR="0" lvl="1"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smtClean="0">
                <a:solidFill>
                  <a:schemeClr val="tx1"/>
                </a:solidFill>
                <a:latin typeface="+mn-lt"/>
                <a:ea typeface="+mn-ea"/>
                <a:cs typeface="+mn-cs"/>
              </a:rPr>
              <a:t>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click </a:t>
            </a:r>
            <a:r>
              <a:rPr lang="en-US" sz="1200" b="1" kern="1200" dirty="0" smtClean="0">
                <a:solidFill>
                  <a:schemeClr val="tx1"/>
                </a:solidFill>
                <a:latin typeface="+mn-lt"/>
                <a:ea typeface="+mn-ea"/>
                <a:cs typeface="+mn-cs"/>
              </a:rPr>
              <a:t>Add</a:t>
            </a:r>
            <a:r>
              <a:rPr lang="en-US" sz="1200" b="0" kern="1200" dirty="0" smtClean="0">
                <a:solidFill>
                  <a:schemeClr val="tx1"/>
                </a:solidFill>
                <a:latin typeface="+mn-lt"/>
                <a:ea typeface="+mn-ea"/>
                <a:cs typeface="+mn-cs"/>
              </a:rPr>
              <a:t> or </a:t>
            </a:r>
            <a:r>
              <a:rPr lang="en-US" sz="1200" b="1" kern="1200" dirty="0" smtClean="0">
                <a:solidFill>
                  <a:schemeClr val="tx1"/>
                </a:solidFill>
                <a:latin typeface="+mn-lt"/>
                <a:ea typeface="+mn-ea"/>
                <a:cs typeface="+mn-cs"/>
              </a:rPr>
              <a:t>Remove</a:t>
            </a:r>
            <a:r>
              <a:rPr lang="en-US" sz="1200" kern="1200" dirty="0" smtClean="0">
                <a:solidFill>
                  <a:schemeClr val="tx1"/>
                </a:solidFill>
                <a:latin typeface="+mn-lt"/>
                <a:ea typeface="+mn-ea"/>
                <a:cs typeface="+mn-cs"/>
              </a:rPr>
              <a:t> until three stops appear in the drop-down list.</a:t>
            </a:r>
          </a:p>
          <a:p>
            <a:pPr marL="228600" lvl="0" indent="-228600">
              <a:buFont typeface="+mj-lt"/>
              <a:buAutoNum type="arabicPeriod"/>
            </a:pPr>
            <a:r>
              <a:rPr lang="en-US" sz="1200" kern="1200" dirty="0" smtClean="0">
                <a:solidFill>
                  <a:schemeClr val="tx1"/>
                </a:solidFill>
                <a:latin typeface="+mn-lt"/>
                <a:ea typeface="+mn-ea"/>
                <a:cs typeface="+mn-cs"/>
              </a:rPr>
              <a:t>Also 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customize the gradient stops as follows:</a:t>
            </a: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1" kern="1200" dirty="0" smtClean="0">
                <a:solidFill>
                  <a:schemeClr val="tx1"/>
                </a:solidFill>
                <a:latin typeface="+mn-lt"/>
                <a:ea typeface="+mn-ea"/>
                <a:cs typeface="+mn-cs"/>
              </a:rPr>
              <a:t>Stop 1 </a:t>
            </a:r>
            <a:r>
              <a:rPr lang="en-US" sz="1200" kern="1200" dirty="0" smtClean="0">
                <a:solidFill>
                  <a:schemeClr val="tx1"/>
                </a:solidFill>
                <a:latin typeface="+mn-lt"/>
                <a:ea typeface="+mn-ea"/>
                <a:cs typeface="+mn-cs"/>
              </a:rPr>
              <a:t>from the list, and then do the following:</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Stop 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0%</a:t>
            </a:r>
            <a:r>
              <a:rPr lang="en-US" sz="120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 Colors</a:t>
            </a:r>
            <a:r>
              <a:rPr lang="en-US" sz="1200" b="1"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click</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White, Background</a:t>
            </a:r>
            <a:r>
              <a:rPr lang="en-US" sz="1200" b="1" kern="1200" baseline="0" dirty="0" smtClean="0">
                <a:solidFill>
                  <a:schemeClr val="tx1"/>
                </a:solidFill>
                <a:latin typeface="+mn-lt"/>
                <a:ea typeface="+mn-ea"/>
                <a:cs typeface="+mn-cs"/>
              </a:rPr>
              <a:t> 1, Darker 35% </a:t>
            </a:r>
            <a:r>
              <a:rPr lang="en-US" sz="1200" b="0" kern="1200" baseline="0" dirty="0" smtClean="0">
                <a:solidFill>
                  <a:schemeClr val="tx1"/>
                </a:solidFill>
                <a:latin typeface="+mn-lt"/>
                <a:ea typeface="+mn-ea"/>
                <a:cs typeface="+mn-cs"/>
              </a:rPr>
              <a:t>(fifth row, first option from the left)</a:t>
            </a:r>
            <a:r>
              <a:rPr lang="en-US" sz="1200" kern="1200" baseline="0" dirty="0" smtClean="0">
                <a:solidFill>
                  <a:schemeClr val="tx1"/>
                </a:solidFill>
                <a:latin typeface="+mn-lt"/>
                <a:ea typeface="+mn-ea"/>
                <a:cs typeface="+mn-cs"/>
              </a:rPr>
              <a:t>.</a:t>
            </a:r>
            <a:endParaRPr lang="en-US" sz="1200" b="1" kern="1200" baseline="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1" kern="1200" dirty="0" smtClean="0">
                <a:solidFill>
                  <a:schemeClr val="tx1"/>
                </a:solidFill>
                <a:latin typeface="+mn-lt"/>
                <a:ea typeface="+mn-ea"/>
                <a:cs typeface="+mn-cs"/>
              </a:rPr>
              <a:t>Stop 2 </a:t>
            </a:r>
            <a:r>
              <a:rPr lang="en-US" sz="1200" kern="1200" dirty="0" smtClean="0">
                <a:solidFill>
                  <a:schemeClr val="tx1"/>
                </a:solidFill>
                <a:latin typeface="+mn-lt"/>
                <a:ea typeface="+mn-ea"/>
                <a:cs typeface="+mn-cs"/>
              </a:rPr>
              <a:t>from the list, and then do the following: </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Stop 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80%</a:t>
            </a:r>
            <a:r>
              <a:rPr lang="en-US" sz="120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 Colors</a:t>
            </a:r>
            <a:r>
              <a:rPr lang="en-US" sz="1200" b="1"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click</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White, Background</a:t>
            </a:r>
            <a:r>
              <a:rPr lang="en-US" sz="1200" b="1" kern="1200" baseline="0" dirty="0" smtClean="0">
                <a:solidFill>
                  <a:schemeClr val="tx1"/>
                </a:solidFill>
                <a:latin typeface="+mn-lt"/>
                <a:ea typeface="+mn-ea"/>
                <a:cs typeface="+mn-cs"/>
              </a:rPr>
              <a:t> 1, Darker 35</a:t>
            </a:r>
            <a:r>
              <a:rPr lang="en-US" sz="1200" b="1" kern="1200" dirty="0" smtClean="0">
                <a:solidFill>
                  <a:schemeClr val="tx1"/>
                </a:solidFill>
                <a:latin typeface="+mn-lt"/>
                <a:ea typeface="+mn-ea"/>
                <a:cs typeface="+mn-cs"/>
              </a:rPr>
              <a:t>%</a:t>
            </a:r>
            <a:r>
              <a:rPr lang="en-US" sz="1200" b="0" kern="1200" dirty="0" smtClean="0">
                <a:solidFill>
                  <a:schemeClr val="tx1"/>
                </a:solidFill>
                <a:latin typeface="+mn-lt"/>
                <a:ea typeface="+mn-ea"/>
                <a:cs typeface="+mn-cs"/>
              </a:rPr>
              <a:t> (fifth row, first option from the left)</a:t>
            </a:r>
            <a:r>
              <a:rPr lang="en-US" sz="1200" b="0" kern="1200" baseline="0" dirty="0" smtClean="0">
                <a:solidFill>
                  <a:schemeClr val="tx1"/>
                </a:solidFill>
                <a:latin typeface="+mn-lt"/>
                <a:ea typeface="+mn-ea"/>
                <a:cs typeface="+mn-cs"/>
              </a:rPr>
              <a:t>.</a:t>
            </a: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1" kern="1200" dirty="0" smtClean="0">
                <a:solidFill>
                  <a:schemeClr val="tx1"/>
                </a:solidFill>
                <a:latin typeface="+mn-lt"/>
                <a:ea typeface="+mn-ea"/>
                <a:cs typeface="+mn-cs"/>
              </a:rPr>
              <a:t>Stop 3 </a:t>
            </a:r>
            <a:r>
              <a:rPr lang="en-US" sz="1200" kern="1200" dirty="0" smtClean="0">
                <a:solidFill>
                  <a:schemeClr val="tx1"/>
                </a:solidFill>
                <a:latin typeface="+mn-lt"/>
                <a:ea typeface="+mn-ea"/>
                <a:cs typeface="+mn-cs"/>
              </a:rPr>
              <a:t>from the list, and then do the following: </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Stop 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100%</a:t>
            </a:r>
            <a:r>
              <a:rPr lang="en-US" sz="120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 Colors</a:t>
            </a:r>
            <a:r>
              <a:rPr lang="en-US" sz="1200" b="1"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click</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White, Background</a:t>
            </a:r>
            <a:r>
              <a:rPr lang="en-US" sz="1200" b="1" kern="1200" baseline="0" dirty="0" smtClean="0">
                <a:solidFill>
                  <a:schemeClr val="tx1"/>
                </a:solidFill>
                <a:latin typeface="+mn-lt"/>
                <a:ea typeface="+mn-ea"/>
                <a:cs typeface="+mn-cs"/>
              </a:rPr>
              <a:t> 1, Darker 15</a:t>
            </a:r>
            <a:r>
              <a:rPr lang="en-US" sz="1200" b="1" kern="1200" dirty="0" smtClean="0">
                <a:solidFill>
                  <a:schemeClr val="tx1"/>
                </a:solidFill>
                <a:latin typeface="+mn-lt"/>
                <a:ea typeface="+mn-ea"/>
                <a:cs typeface="+mn-cs"/>
              </a:rPr>
              <a:t>%</a:t>
            </a:r>
            <a:r>
              <a:rPr lang="en-US" sz="1200" b="0" kern="1200" dirty="0" smtClean="0">
                <a:solidFill>
                  <a:schemeClr val="tx1"/>
                </a:solidFill>
                <a:latin typeface="+mn-lt"/>
                <a:ea typeface="+mn-ea"/>
                <a:cs typeface="+mn-cs"/>
              </a:rPr>
              <a:t> (third row, first option from the left)</a:t>
            </a:r>
            <a:r>
              <a:rPr lang="en-US" sz="1200" b="0" kern="1200" baseline="0" dirty="0" smtClean="0">
                <a:solidFill>
                  <a:schemeClr val="tx1"/>
                </a:solidFill>
                <a:latin typeface="+mn-lt"/>
                <a:ea typeface="+mn-ea"/>
                <a:cs typeface="+mn-cs"/>
              </a:rPr>
              <a:t>.</a:t>
            </a:r>
            <a:endParaRPr lang="en-US" sz="1200"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Right-click the top left shape in the graphic, and then click </a:t>
            </a:r>
            <a:r>
              <a:rPr lang="en-US" sz="1200" b="1" baseline="0" dirty="0" smtClean="0"/>
              <a:t>Format Shape</a:t>
            </a:r>
            <a:r>
              <a:rPr lang="en-US" sz="1200" b="0" baseline="0" dirty="0" smtClean="0"/>
              <a:t>. In the </a:t>
            </a:r>
            <a:r>
              <a:rPr lang="en-US" sz="1200" b="1" baseline="0" dirty="0" smtClean="0"/>
              <a:t>Format Shape </a:t>
            </a:r>
            <a:r>
              <a:rPr lang="en-US" sz="1200" b="0" baseline="0" dirty="0" smtClean="0"/>
              <a:t>dialog box, in the left pane, click </a:t>
            </a:r>
            <a:r>
              <a:rPr lang="en-US" sz="1200" b="1" baseline="0" dirty="0" smtClean="0"/>
              <a:t>Fill</a:t>
            </a:r>
            <a:r>
              <a:rPr lang="en-US" sz="1200" b="0" baseline="0" dirty="0" smtClean="0"/>
              <a:t>. In the </a:t>
            </a:r>
            <a:r>
              <a:rPr lang="en-US" sz="1200" b="1" baseline="0" dirty="0" smtClean="0"/>
              <a:t>Fill</a:t>
            </a:r>
            <a:r>
              <a:rPr lang="en-US" sz="1200" b="0" baseline="0" dirty="0" smtClean="0"/>
              <a:t> pane, click </a:t>
            </a:r>
            <a:r>
              <a:rPr lang="en-US" sz="1200" b="1" baseline="0" dirty="0" smtClean="0"/>
              <a:t>Picture or texture fill</a:t>
            </a:r>
            <a:r>
              <a:rPr lang="en-US" sz="1200" b="0" baseline="0" dirty="0" smtClean="0"/>
              <a:t>,</a:t>
            </a:r>
            <a:r>
              <a:rPr lang="en-US" sz="1200" b="1" baseline="0" dirty="0" smtClean="0"/>
              <a:t> </a:t>
            </a:r>
            <a:r>
              <a:rPr lang="en-US" sz="1200" b="0" baseline="0" dirty="0" smtClean="0"/>
              <a:t>and then under </a:t>
            </a:r>
            <a:r>
              <a:rPr lang="en-US" sz="1200" b="1" baseline="0" dirty="0" smtClean="0"/>
              <a:t>Insert from</a:t>
            </a:r>
            <a:r>
              <a:rPr lang="en-US" sz="1200" b="0" baseline="0" dirty="0" smtClean="0"/>
              <a:t>, click </a:t>
            </a:r>
            <a:r>
              <a:rPr lang="en-US" sz="1200" b="1" baseline="0" dirty="0" smtClean="0"/>
              <a:t>File</a:t>
            </a:r>
            <a:r>
              <a:rPr lang="en-US" sz="1200" b="0" baseline="0" dirty="0" smtClean="0"/>
              <a:t>.</a:t>
            </a:r>
            <a:r>
              <a:rPr lang="en-US" sz="1200" b="1" baseline="0" dirty="0" smtClean="0"/>
              <a:t> </a:t>
            </a:r>
            <a:r>
              <a:rPr lang="en-US" sz="1200" b="0" baseline="0" dirty="0" smtClean="0"/>
              <a:t>In the </a:t>
            </a:r>
            <a:r>
              <a:rPr lang="en-US" sz="1200" b="1" baseline="0" dirty="0" smtClean="0"/>
              <a:t>Insert Picture </a:t>
            </a:r>
            <a:r>
              <a:rPr lang="en-US" sz="1200" b="0" baseline="0" dirty="0" smtClean="0"/>
              <a:t>dialog box, select a picture and then click </a:t>
            </a:r>
            <a:r>
              <a:rPr lang="en-US" sz="1200" b="1" baseline="0" dirty="0" smtClean="0"/>
              <a:t>Insert</a:t>
            </a:r>
            <a:r>
              <a:rPr lang="en-US" sz="1200" b="0" baseline="0" dirty="0" smtClean="0"/>
              <a:t>. </a:t>
            </a:r>
            <a:endParaRPr lang="en-US" sz="1200" b="1"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Right-click the top right shape in the graphic, and then click </a:t>
            </a:r>
            <a:r>
              <a:rPr lang="en-US" sz="1200" b="1" baseline="0" dirty="0" smtClean="0"/>
              <a:t>Format Shape</a:t>
            </a:r>
            <a:r>
              <a:rPr lang="en-US" sz="1200" b="0" baseline="0" dirty="0" smtClean="0"/>
              <a:t>. In the </a:t>
            </a:r>
            <a:r>
              <a:rPr lang="en-US" sz="1200" b="1" baseline="0" dirty="0" smtClean="0"/>
              <a:t>Format Shape </a:t>
            </a:r>
            <a:r>
              <a:rPr lang="en-US" sz="1200" b="0" baseline="0" dirty="0" smtClean="0"/>
              <a:t>dialog box, in the left pane, click </a:t>
            </a:r>
            <a:r>
              <a:rPr lang="en-US" sz="1200" b="1" baseline="0" dirty="0" smtClean="0"/>
              <a:t>Fill</a:t>
            </a:r>
            <a:r>
              <a:rPr lang="en-US" sz="1200" b="0" baseline="0" dirty="0" smtClean="0"/>
              <a:t>. In the </a:t>
            </a:r>
            <a:r>
              <a:rPr lang="en-US" sz="1200" b="1" baseline="0" dirty="0" smtClean="0"/>
              <a:t>Fill</a:t>
            </a:r>
            <a:r>
              <a:rPr lang="en-US" sz="1200" b="0" baseline="0" dirty="0" smtClean="0"/>
              <a:t> pane, click </a:t>
            </a:r>
            <a:r>
              <a:rPr lang="en-US" sz="1200" b="1" baseline="0" dirty="0" smtClean="0"/>
              <a:t>Picture or texture fill</a:t>
            </a:r>
            <a:r>
              <a:rPr lang="en-US" sz="1200" b="0" baseline="0" dirty="0" smtClean="0"/>
              <a:t>,</a:t>
            </a:r>
            <a:r>
              <a:rPr lang="en-US" sz="1200" b="1" baseline="0" dirty="0" smtClean="0"/>
              <a:t> </a:t>
            </a:r>
            <a:r>
              <a:rPr lang="en-US" sz="1200" b="0" baseline="0" dirty="0" smtClean="0"/>
              <a:t>and then under </a:t>
            </a:r>
            <a:r>
              <a:rPr lang="en-US" sz="1200" b="1" baseline="0" dirty="0" smtClean="0"/>
              <a:t>Insert from</a:t>
            </a:r>
            <a:r>
              <a:rPr lang="en-US" sz="1200" b="0" baseline="0" dirty="0" smtClean="0"/>
              <a:t>, click </a:t>
            </a:r>
            <a:r>
              <a:rPr lang="en-US" sz="1200" b="1" baseline="0" dirty="0" smtClean="0"/>
              <a:t>File</a:t>
            </a:r>
            <a:r>
              <a:rPr lang="en-US" sz="1200" b="0" baseline="0" dirty="0" smtClean="0"/>
              <a:t>.</a:t>
            </a:r>
            <a:r>
              <a:rPr lang="en-US" sz="1200" b="1" baseline="0" dirty="0" smtClean="0"/>
              <a:t> </a:t>
            </a:r>
            <a:r>
              <a:rPr lang="en-US" sz="1200" b="0" baseline="0" dirty="0" smtClean="0"/>
              <a:t>In the </a:t>
            </a:r>
            <a:r>
              <a:rPr lang="en-US" sz="1200" b="1" baseline="0" dirty="0" smtClean="0"/>
              <a:t>Insert Picture </a:t>
            </a:r>
            <a:r>
              <a:rPr lang="en-US" sz="1200" b="0" baseline="0" dirty="0" smtClean="0"/>
              <a:t>dialog box, select a picture and then click </a:t>
            </a:r>
            <a:r>
              <a:rPr lang="en-US" sz="1200" b="1" baseline="0" dirty="0" smtClean="0"/>
              <a:t>Insert</a:t>
            </a:r>
            <a:r>
              <a:rPr lang="en-US" sz="1200" b="0" baseline="0" dirty="0" smtClean="0"/>
              <a:t>. </a:t>
            </a:r>
            <a:endParaRPr lang="en-US" sz="1200" b="0" i="1" baseline="0" dirty="0" smtClean="0"/>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Right-click the bottom left shape in the graphic, and then click </a:t>
            </a:r>
            <a:r>
              <a:rPr lang="en-US" sz="1200" b="1" baseline="0" dirty="0" smtClean="0"/>
              <a:t>Format Shape</a:t>
            </a:r>
            <a:r>
              <a:rPr lang="en-US" sz="1200" b="0" baseline="0" dirty="0" smtClean="0"/>
              <a:t>. In the </a:t>
            </a:r>
            <a:r>
              <a:rPr lang="en-US" sz="1200" b="1" baseline="0" dirty="0" smtClean="0"/>
              <a:t>Format Shape </a:t>
            </a:r>
            <a:r>
              <a:rPr lang="en-US" sz="1200" b="0" baseline="0" dirty="0" smtClean="0"/>
              <a:t>dialog box, in the left pane, click </a:t>
            </a:r>
            <a:r>
              <a:rPr lang="en-US" sz="1200" b="1" baseline="0" dirty="0" smtClean="0"/>
              <a:t>Fill</a:t>
            </a:r>
            <a:r>
              <a:rPr lang="en-US" sz="1200" b="0" baseline="0" dirty="0" smtClean="0"/>
              <a:t>. In the </a:t>
            </a:r>
            <a:r>
              <a:rPr lang="en-US" sz="1200" b="1" baseline="0" dirty="0" smtClean="0"/>
              <a:t>Fill</a:t>
            </a:r>
            <a:r>
              <a:rPr lang="en-US" sz="1200" b="0" baseline="0" dirty="0" smtClean="0"/>
              <a:t> pane, click </a:t>
            </a:r>
            <a:r>
              <a:rPr lang="en-US" sz="1200" b="1" baseline="0" dirty="0" smtClean="0"/>
              <a:t>Picture or texture fill</a:t>
            </a:r>
            <a:r>
              <a:rPr lang="en-US" sz="1200" b="0" baseline="0" dirty="0" smtClean="0"/>
              <a:t>,</a:t>
            </a:r>
            <a:r>
              <a:rPr lang="en-US" sz="1200" b="1" baseline="0" dirty="0" smtClean="0"/>
              <a:t> </a:t>
            </a:r>
            <a:r>
              <a:rPr lang="en-US" sz="1200" b="0" baseline="0" dirty="0" smtClean="0"/>
              <a:t>and then under </a:t>
            </a:r>
            <a:r>
              <a:rPr lang="en-US" sz="1200" b="1" baseline="0" dirty="0" smtClean="0"/>
              <a:t>Insert from</a:t>
            </a:r>
            <a:r>
              <a:rPr lang="en-US" sz="1200" b="0" baseline="0" dirty="0" smtClean="0"/>
              <a:t>, click </a:t>
            </a:r>
            <a:r>
              <a:rPr lang="en-US" sz="1200" b="1" baseline="0" dirty="0" smtClean="0"/>
              <a:t>File</a:t>
            </a:r>
            <a:r>
              <a:rPr lang="en-US" sz="1200" b="0" baseline="0" dirty="0" smtClean="0"/>
              <a:t>.</a:t>
            </a:r>
            <a:r>
              <a:rPr lang="en-US" sz="1200" b="1" baseline="0" dirty="0" smtClean="0"/>
              <a:t> </a:t>
            </a:r>
            <a:r>
              <a:rPr lang="en-US" sz="1200" b="0" baseline="0" dirty="0" smtClean="0"/>
              <a:t>In the </a:t>
            </a:r>
            <a:r>
              <a:rPr lang="en-US" sz="1200" b="1" baseline="0" dirty="0" smtClean="0"/>
              <a:t>Insert Picture </a:t>
            </a:r>
            <a:r>
              <a:rPr lang="en-US" sz="1200" b="0" baseline="0" dirty="0" smtClean="0"/>
              <a:t>dialog box, select a picture and then click </a:t>
            </a:r>
            <a:r>
              <a:rPr lang="en-US" sz="1200" b="1" baseline="0" dirty="0" smtClean="0"/>
              <a:t>Insert</a:t>
            </a:r>
            <a:r>
              <a:rPr lang="en-US" sz="1200" b="0" baseline="0" dirty="0" smtClean="0"/>
              <a:t>. </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Right-click the bottom right shape in the graphic, and then click </a:t>
            </a:r>
            <a:r>
              <a:rPr lang="en-US" sz="1200" b="1" baseline="0" dirty="0" smtClean="0"/>
              <a:t>Format Shape</a:t>
            </a:r>
            <a:r>
              <a:rPr lang="en-US" sz="1200" b="0" baseline="0" dirty="0" smtClean="0"/>
              <a:t>. In the </a:t>
            </a:r>
            <a:r>
              <a:rPr lang="en-US" sz="1200" b="1" baseline="0" dirty="0" smtClean="0"/>
              <a:t>Format Shape </a:t>
            </a:r>
            <a:r>
              <a:rPr lang="en-US" sz="1200" b="0" baseline="0" dirty="0" smtClean="0"/>
              <a:t>dialog box, in the left pane, click </a:t>
            </a:r>
            <a:r>
              <a:rPr lang="en-US" sz="1200" b="1" baseline="0" dirty="0" smtClean="0"/>
              <a:t>Fill</a:t>
            </a:r>
            <a:r>
              <a:rPr lang="en-US" sz="1200" b="0" baseline="0" dirty="0" smtClean="0"/>
              <a:t>. In the </a:t>
            </a:r>
            <a:r>
              <a:rPr lang="en-US" sz="1200" b="1" baseline="0" dirty="0" smtClean="0"/>
              <a:t>Fill</a:t>
            </a:r>
            <a:r>
              <a:rPr lang="en-US" sz="1200" b="0" baseline="0" dirty="0" smtClean="0"/>
              <a:t> pane, click </a:t>
            </a:r>
            <a:r>
              <a:rPr lang="en-US" sz="1200" b="1" baseline="0" dirty="0" smtClean="0"/>
              <a:t>Picture or texture fill</a:t>
            </a:r>
            <a:r>
              <a:rPr lang="en-US" sz="1200" b="0" baseline="0" dirty="0" smtClean="0"/>
              <a:t>,</a:t>
            </a:r>
            <a:r>
              <a:rPr lang="en-US" sz="1200" b="1" baseline="0" dirty="0" smtClean="0"/>
              <a:t> </a:t>
            </a:r>
            <a:r>
              <a:rPr lang="en-US" sz="1200" b="0" baseline="0" dirty="0" smtClean="0"/>
              <a:t>and then under </a:t>
            </a:r>
            <a:r>
              <a:rPr lang="en-US" sz="1200" b="1" baseline="0" dirty="0" smtClean="0"/>
              <a:t>Insert from</a:t>
            </a:r>
            <a:r>
              <a:rPr lang="en-US" sz="1200" b="0" baseline="0" dirty="0" smtClean="0"/>
              <a:t>, click </a:t>
            </a:r>
            <a:r>
              <a:rPr lang="en-US" sz="1200" b="1" baseline="0" dirty="0" smtClean="0"/>
              <a:t>File</a:t>
            </a:r>
            <a:r>
              <a:rPr lang="en-US" sz="1200" b="0" baseline="0" dirty="0" smtClean="0"/>
              <a:t>.</a:t>
            </a:r>
            <a:r>
              <a:rPr lang="en-US" sz="1200" b="1" baseline="0" dirty="0" smtClean="0"/>
              <a:t> </a:t>
            </a:r>
            <a:r>
              <a:rPr lang="en-US" sz="1200" b="0" baseline="0" dirty="0" smtClean="0"/>
              <a:t>In the </a:t>
            </a:r>
            <a:r>
              <a:rPr lang="en-US" sz="1200" b="1" baseline="0" dirty="0" smtClean="0"/>
              <a:t>Insert Picture </a:t>
            </a:r>
            <a:r>
              <a:rPr lang="en-US" sz="1200" b="0" baseline="0" dirty="0" smtClean="0"/>
              <a:t>dialog box, select a picture and then click </a:t>
            </a:r>
            <a:r>
              <a:rPr lang="en-US" sz="1200" b="1" baseline="0" dirty="0" smtClean="0"/>
              <a:t>Insert</a:t>
            </a:r>
            <a:r>
              <a:rPr lang="en-US" sz="1200" b="0" baseline="0" dirty="0" smtClean="0"/>
              <a:t>. </a:t>
            </a:r>
          </a:p>
          <a:p>
            <a:endParaRPr lang="en-US" sz="1200" b="1" baseline="0" dirty="0" smtClean="0"/>
          </a:p>
          <a:p>
            <a:endParaRPr lang="en-US" sz="1200" b="1" baseline="0" dirty="0" smtClean="0"/>
          </a:p>
          <a:p>
            <a:r>
              <a:rPr lang="en-US" sz="1200" baseline="0" dirty="0" smtClean="0"/>
              <a:t>To reproduce the animation effects on this slide, do the following:</a:t>
            </a:r>
          </a:p>
          <a:p>
            <a:pPr marL="228600" indent="-228600">
              <a:buFont typeface="+mj-lt"/>
              <a:buAutoNum type="arabicPeriod"/>
            </a:pPr>
            <a:r>
              <a:rPr lang="en-US" sz="1200" baseline="0" dirty="0" smtClean="0"/>
              <a:t>On the </a:t>
            </a:r>
            <a:r>
              <a:rPr lang="en-US" sz="1200" b="1" baseline="0" dirty="0" smtClean="0"/>
              <a:t>Animations</a:t>
            </a:r>
            <a:r>
              <a:rPr lang="en-US" sz="1200" baseline="0" dirty="0" smtClean="0"/>
              <a:t> tab, in the </a:t>
            </a:r>
            <a:r>
              <a:rPr lang="en-US" sz="1200" b="1" baseline="0" dirty="0" smtClean="0"/>
              <a:t>Animations</a:t>
            </a:r>
            <a:r>
              <a:rPr lang="en-US" sz="1200" baseline="0" dirty="0" smtClean="0"/>
              <a:t> group, click </a:t>
            </a:r>
            <a:r>
              <a:rPr lang="en-US" sz="1200" b="1" baseline="0" dirty="0" smtClean="0"/>
              <a:t>Custom</a:t>
            </a:r>
            <a:r>
              <a:rPr lang="en-US" sz="1200" baseline="0" dirty="0" smtClean="0"/>
              <a:t> </a:t>
            </a:r>
            <a:r>
              <a:rPr lang="en-US" sz="1200" b="1" baseline="0" dirty="0" smtClean="0"/>
              <a:t>Animation</a:t>
            </a:r>
            <a:r>
              <a:rPr lang="en-US" sz="1200" baseline="0" dirty="0" smtClean="0"/>
              <a:t>.</a:t>
            </a:r>
          </a:p>
          <a:p>
            <a:pPr marL="228600" indent="-228600">
              <a:buFont typeface="+mj-lt"/>
              <a:buAutoNum type="arabicPeriod"/>
            </a:pPr>
            <a:r>
              <a:rPr lang="en-US" sz="1200" baseline="0" dirty="0" smtClean="0"/>
              <a:t>On the slide, select the graphic, and then do the following i</a:t>
            </a:r>
            <a:r>
              <a:rPr lang="en-US" sz="1200" b="0" baseline="0" dirty="0" smtClean="0"/>
              <a:t>n the </a:t>
            </a:r>
            <a:r>
              <a:rPr lang="en-US" sz="1200" b="1" baseline="0" dirty="0" smtClean="0"/>
              <a:t>Custom</a:t>
            </a:r>
            <a:r>
              <a:rPr lang="en-US" sz="1200" baseline="0" dirty="0" smtClean="0"/>
              <a:t> </a:t>
            </a:r>
            <a:r>
              <a:rPr lang="en-US" sz="1200" b="1" baseline="0" dirty="0" smtClean="0"/>
              <a:t>Animation</a:t>
            </a:r>
            <a:r>
              <a:rPr lang="en-US" sz="1200" baseline="0" dirty="0" smtClean="0"/>
              <a:t> task pane: </a:t>
            </a:r>
          </a:p>
          <a:p>
            <a:pPr marL="685800" lvl="1" indent="-228600">
              <a:buFont typeface="+mj-lt"/>
              <a:buAutoNum type="arabicPeriod"/>
            </a:pPr>
            <a:r>
              <a:rPr lang="en-US" sz="1200" baseline="0" dirty="0" smtClean="0"/>
              <a:t>Click </a:t>
            </a:r>
            <a:r>
              <a:rPr lang="en-US" sz="1200" b="1" baseline="0" dirty="0" smtClean="0"/>
              <a:t>Add Effect</a:t>
            </a:r>
            <a:r>
              <a:rPr lang="en-US" sz="1200" baseline="0" dirty="0" smtClean="0"/>
              <a:t>, point to </a:t>
            </a:r>
            <a:r>
              <a:rPr lang="en-US" sz="1200" b="1" baseline="0" dirty="0" smtClean="0"/>
              <a:t>Entrance</a:t>
            </a:r>
            <a:r>
              <a:rPr lang="en-US" sz="1200" baseline="0" dirty="0" smtClean="0"/>
              <a:t>, and then click </a:t>
            </a:r>
            <a:r>
              <a:rPr lang="en-US" sz="1200" b="1" baseline="0" dirty="0" smtClean="0"/>
              <a:t>More</a:t>
            </a:r>
            <a:r>
              <a:rPr lang="en-US" sz="1200" baseline="0" dirty="0" smtClean="0"/>
              <a:t> </a:t>
            </a:r>
            <a:r>
              <a:rPr lang="en-US" sz="1200" b="1" baseline="0" dirty="0" smtClean="0"/>
              <a:t>Effects</a:t>
            </a:r>
            <a:r>
              <a:rPr lang="en-US" sz="1200" b="0" baseline="0" dirty="0" smtClean="0"/>
              <a:t>. In the </a:t>
            </a:r>
            <a:r>
              <a:rPr lang="en-US" sz="1200" b="1" baseline="0" dirty="0" smtClean="0"/>
              <a:t>Add Entrance Effect </a:t>
            </a:r>
            <a:r>
              <a:rPr lang="en-US" sz="1200" b="0" baseline="0" dirty="0" smtClean="0"/>
              <a:t>dialog box, under </a:t>
            </a:r>
            <a:r>
              <a:rPr lang="en-US" sz="1200" b="1" baseline="0" dirty="0" smtClean="0"/>
              <a:t>Subtle</a:t>
            </a:r>
            <a:r>
              <a:rPr lang="en-US" sz="1200" b="0" baseline="0" dirty="0" smtClean="0"/>
              <a:t>, click </a:t>
            </a:r>
            <a:r>
              <a:rPr lang="en-US" sz="1200" b="1" baseline="0" dirty="0" smtClean="0"/>
              <a:t>Expand</a:t>
            </a:r>
            <a:r>
              <a:rPr lang="en-US" sz="1200" baseline="0" dirty="0" smtClean="0"/>
              <a:t>. </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Under </a:t>
            </a:r>
            <a:r>
              <a:rPr lang="en-US" sz="1200" b="1" baseline="0" dirty="0" smtClean="0"/>
              <a:t>Modify: Expand</a:t>
            </a:r>
            <a:r>
              <a:rPr lang="en-US" sz="1200" b="0" baseline="0" dirty="0" smtClean="0"/>
              <a:t>, in the</a:t>
            </a:r>
            <a:r>
              <a:rPr lang="en-US" sz="1200" b="1" baseline="0" dirty="0" smtClean="0"/>
              <a:t> Speed </a:t>
            </a:r>
            <a:r>
              <a:rPr lang="en-US" sz="1200" b="0" baseline="0" dirty="0" smtClean="0"/>
              <a:t>list, select </a:t>
            </a:r>
            <a:r>
              <a:rPr lang="en-US" sz="1200" b="1" baseline="0" dirty="0" smtClean="0"/>
              <a:t>Fast</a:t>
            </a:r>
            <a:r>
              <a:rPr lang="en-US" sz="1200" b="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Under </a:t>
            </a:r>
            <a:r>
              <a:rPr lang="en-US" sz="1200" b="1" baseline="0" dirty="0" smtClean="0"/>
              <a:t>Modify: Expand</a:t>
            </a:r>
            <a:r>
              <a:rPr lang="en-US" sz="1200" b="0" baseline="0" dirty="0" smtClean="0"/>
              <a:t>, in the </a:t>
            </a:r>
            <a:r>
              <a:rPr lang="en-US" sz="1200" b="1" baseline="0" dirty="0" smtClean="0"/>
              <a:t>Start </a:t>
            </a:r>
            <a:r>
              <a:rPr lang="en-US" sz="1200" b="0" baseline="0" dirty="0" smtClean="0"/>
              <a:t>list, select </a:t>
            </a:r>
            <a:r>
              <a:rPr lang="en-US" sz="1200" b="1" baseline="0" dirty="0" smtClean="0"/>
              <a:t>After Previous</a:t>
            </a:r>
            <a:r>
              <a:rPr lang="en-US" sz="120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Also in the </a:t>
            </a:r>
            <a:r>
              <a:rPr lang="en-US" sz="1200" b="1" baseline="0" dirty="0" smtClean="0"/>
              <a:t>Custom Animation </a:t>
            </a:r>
            <a:r>
              <a:rPr lang="en-US" sz="1200" b="0" baseline="0" dirty="0" smtClean="0"/>
              <a:t>task </a:t>
            </a:r>
            <a:r>
              <a:rPr lang="en-US" sz="1200" baseline="0" dirty="0" smtClean="0"/>
              <a:t>pane, c</a:t>
            </a:r>
            <a:r>
              <a:rPr lang="en-US" sz="1200" b="0" baseline="0" dirty="0" smtClean="0"/>
              <a:t>lick the arrow to the right of the</a:t>
            </a:r>
            <a:r>
              <a:rPr lang="en-US" sz="1200" b="1" baseline="0" dirty="0" smtClean="0"/>
              <a:t> </a:t>
            </a:r>
            <a:r>
              <a:rPr lang="en-US" sz="1200" b="0" baseline="0" dirty="0" smtClean="0"/>
              <a:t>animation effect, and then click </a:t>
            </a:r>
            <a:r>
              <a:rPr lang="en-US" sz="1200" b="1" baseline="0" dirty="0" smtClean="0"/>
              <a:t>Effect</a:t>
            </a:r>
            <a:r>
              <a:rPr lang="en-US" sz="1200" baseline="0" dirty="0" smtClean="0"/>
              <a:t> </a:t>
            </a:r>
            <a:r>
              <a:rPr lang="en-US" sz="1200" b="1" baseline="0" dirty="0" smtClean="0"/>
              <a:t>Options</a:t>
            </a:r>
            <a:r>
              <a:rPr lang="en-US" sz="1200" baseline="0" dirty="0" smtClean="0"/>
              <a:t>. In the </a:t>
            </a:r>
            <a:r>
              <a:rPr lang="en-US" sz="1200" b="1" baseline="0" dirty="0" smtClean="0"/>
              <a:t>Expand</a:t>
            </a:r>
            <a:r>
              <a:rPr lang="en-US" sz="1200" baseline="0" dirty="0" smtClean="0"/>
              <a:t> dialog box, on the </a:t>
            </a:r>
            <a:r>
              <a:rPr lang="en-US" sz="1200" b="1" baseline="0" dirty="0" smtClean="0"/>
              <a:t>SmartArt Animation </a:t>
            </a:r>
            <a:r>
              <a:rPr lang="en-US" sz="1200" baseline="0" dirty="0" smtClean="0"/>
              <a:t>tab, in the </a:t>
            </a:r>
            <a:r>
              <a:rPr lang="en-US" sz="1200" b="1" baseline="0" dirty="0" smtClean="0"/>
              <a:t>Group Graphic </a:t>
            </a:r>
            <a:r>
              <a:rPr lang="en-US" sz="1200" b="0" baseline="0" dirty="0" smtClean="0"/>
              <a:t>list, select </a:t>
            </a:r>
            <a:r>
              <a:rPr lang="en-US" sz="1200" b="1" baseline="0" dirty="0" smtClean="0"/>
              <a:t>One by one</a:t>
            </a:r>
            <a:r>
              <a:rPr lang="en-US" sz="1200" baseline="0" dirty="0" smtClean="0"/>
              <a:t>.</a:t>
            </a:r>
          </a:p>
          <a:p>
            <a:pPr marL="228600" marR="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Also in the </a:t>
            </a:r>
            <a:r>
              <a:rPr lang="en-US" sz="1200" b="1" baseline="0" dirty="0" smtClean="0"/>
              <a:t>Custom Animation </a:t>
            </a:r>
            <a:r>
              <a:rPr lang="en-US" sz="1200" b="0" baseline="0" dirty="0" smtClean="0"/>
              <a:t>task</a:t>
            </a:r>
            <a:r>
              <a:rPr lang="en-US" sz="1200" b="1" baseline="0" dirty="0" smtClean="0"/>
              <a:t> </a:t>
            </a:r>
            <a:r>
              <a:rPr lang="en-US" sz="1200" baseline="0" dirty="0" smtClean="0"/>
              <a:t>pane, click the double-arrow below the animation effect to expand the list of effects, and then do the following:</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Press and hold CTRL, and then select all five animation effects in the </a:t>
            </a:r>
            <a:r>
              <a:rPr lang="en-US" sz="1200" b="1" baseline="0" dirty="0" smtClean="0"/>
              <a:t>Custom Animation</a:t>
            </a:r>
            <a:r>
              <a:rPr lang="en-US" sz="1200" baseline="0" dirty="0" smtClean="0"/>
              <a:t> task pane. Under </a:t>
            </a:r>
            <a:r>
              <a:rPr lang="en-US" sz="1200" b="1" baseline="0" dirty="0" smtClean="0"/>
              <a:t>Modify: Expand</a:t>
            </a:r>
            <a:r>
              <a:rPr lang="en-US" sz="1200" b="0" baseline="0" dirty="0" smtClean="0"/>
              <a:t>, in the</a:t>
            </a:r>
            <a:r>
              <a:rPr lang="en-US" sz="1200" b="1" baseline="0" dirty="0" smtClean="0"/>
              <a:t> Start </a:t>
            </a:r>
            <a:r>
              <a:rPr lang="en-US" sz="1200" b="0" baseline="0" dirty="0" smtClean="0"/>
              <a:t>list, select </a:t>
            </a:r>
            <a:r>
              <a:rPr lang="en-US" sz="1200" b="1" baseline="0" dirty="0" smtClean="0"/>
              <a:t>With Previous</a:t>
            </a:r>
            <a:r>
              <a:rPr lang="en-US" sz="1200" b="0" baseline="0" dirty="0" smtClean="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Press and hold CTRL, select the second, third, fourth, and fifth animation effects (expand effects for the picture-filled rectangles), and then do the following:</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Click </a:t>
            </a:r>
            <a:r>
              <a:rPr lang="en-US" sz="1200" b="1" baseline="0" dirty="0" smtClean="0"/>
              <a:t>Change</a:t>
            </a:r>
            <a:r>
              <a:rPr lang="en-US" sz="1200" baseline="0" dirty="0" smtClean="0"/>
              <a:t>, point to </a:t>
            </a:r>
            <a:r>
              <a:rPr lang="en-US" sz="1200" b="1" baseline="0" dirty="0" smtClean="0"/>
              <a:t>Entrance</a:t>
            </a:r>
            <a:r>
              <a:rPr lang="en-US" sz="1200" baseline="0" dirty="0" smtClean="0"/>
              <a:t>, and then click </a:t>
            </a:r>
            <a:r>
              <a:rPr lang="en-US" sz="1200" b="1" baseline="0" dirty="0" smtClean="0"/>
              <a:t>More</a:t>
            </a:r>
            <a:r>
              <a:rPr lang="en-US" sz="1200" baseline="0" dirty="0" smtClean="0"/>
              <a:t> </a:t>
            </a:r>
            <a:r>
              <a:rPr lang="en-US" sz="1200" b="1" baseline="0" dirty="0" smtClean="0"/>
              <a:t>Effects</a:t>
            </a:r>
            <a:r>
              <a:rPr lang="en-US" sz="1200" b="0" baseline="0" dirty="0" smtClean="0"/>
              <a:t>. In the </a:t>
            </a:r>
            <a:r>
              <a:rPr lang="en-US" sz="1200" b="1" baseline="0" dirty="0" smtClean="0"/>
              <a:t>Change Entrance Effect </a:t>
            </a:r>
            <a:r>
              <a:rPr lang="en-US" sz="1200" b="0" baseline="0" dirty="0" smtClean="0"/>
              <a:t>dialog box, under </a:t>
            </a:r>
            <a:r>
              <a:rPr lang="en-US" sz="1200" b="1" baseline="0" dirty="0" smtClean="0"/>
              <a:t>Basic</a:t>
            </a:r>
            <a:r>
              <a:rPr lang="en-US" sz="1200" b="0" baseline="0" dirty="0" smtClean="0"/>
              <a:t>, click </a:t>
            </a:r>
            <a:r>
              <a:rPr lang="en-US" sz="1200" b="1" baseline="0" dirty="0" smtClean="0"/>
              <a:t>Peek In</a:t>
            </a:r>
            <a:r>
              <a:rPr lang="en-US" sz="1200" baseline="0" dirty="0" smtClean="0"/>
              <a:t>. </a:t>
            </a:r>
          </a:p>
          <a:p>
            <a:pPr marL="1143000" marR="0" lvl="2"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aseline="0" dirty="0" smtClean="0"/>
              <a:t>Under </a:t>
            </a:r>
            <a:r>
              <a:rPr lang="en-US" sz="1200" b="1" baseline="0" dirty="0" smtClean="0"/>
              <a:t>Modify: Peek In</a:t>
            </a:r>
            <a:r>
              <a:rPr lang="en-US" sz="1200" b="0" baseline="0" dirty="0" smtClean="0"/>
              <a:t>, in the </a:t>
            </a:r>
            <a:r>
              <a:rPr lang="en-US" sz="1200" b="1" baseline="0" dirty="0" smtClean="0"/>
              <a:t>Speed</a:t>
            </a:r>
            <a:r>
              <a:rPr lang="en-US" sz="1200" baseline="0" dirty="0" smtClean="0"/>
              <a:t> list, select </a:t>
            </a:r>
            <a:r>
              <a:rPr lang="en-US" sz="1200" b="1" baseline="0" dirty="0" smtClean="0"/>
              <a:t>Fast</a:t>
            </a:r>
            <a:r>
              <a:rPr lang="en-US" sz="1200" b="0" baseline="0" dirty="0" smtClean="0"/>
              <a:t>.</a:t>
            </a:r>
          </a:p>
          <a:p>
            <a:pPr marL="685800" lvl="1" indent="-228600">
              <a:buFont typeface="+mj-lt"/>
              <a:buAutoNum type="arabicPeriod"/>
            </a:pPr>
            <a:r>
              <a:rPr lang="en-US" sz="1200" baseline="0" dirty="0" smtClean="0"/>
              <a:t>Select the second animation effect. Under </a:t>
            </a:r>
            <a:r>
              <a:rPr lang="en-US" sz="1200" b="1" baseline="0" dirty="0" smtClean="0"/>
              <a:t>Modify: Peek In</a:t>
            </a:r>
            <a:r>
              <a:rPr lang="en-US" sz="1200" b="0" baseline="0" dirty="0" smtClean="0"/>
              <a:t>, in the </a:t>
            </a:r>
            <a:r>
              <a:rPr lang="en-US" sz="1200" b="1" baseline="0" dirty="0" smtClean="0"/>
              <a:t>Start</a:t>
            </a:r>
            <a:r>
              <a:rPr lang="en-US" sz="1200" baseline="0" dirty="0" smtClean="0"/>
              <a:t> list, select </a:t>
            </a:r>
            <a:r>
              <a:rPr lang="en-US" sz="1200" b="1" baseline="0" dirty="0" smtClean="0"/>
              <a:t>After Previous</a:t>
            </a:r>
            <a:r>
              <a:rPr lang="en-US" sz="1200" baseline="0" dirty="0" smtClean="0"/>
              <a:t>.</a:t>
            </a:r>
          </a:p>
          <a:p>
            <a:pPr marL="685800" lvl="1" indent="-228600">
              <a:buFont typeface="+mj-lt"/>
              <a:buAutoNum type="arabicPeriod"/>
            </a:pPr>
            <a:r>
              <a:rPr lang="en-US" sz="1200" baseline="0" dirty="0" smtClean="0"/>
              <a:t>Select the third animation effect. Under </a:t>
            </a:r>
            <a:r>
              <a:rPr lang="en-US" sz="1200" b="1" baseline="0" dirty="0" smtClean="0"/>
              <a:t>Modify: Peek In</a:t>
            </a:r>
            <a:r>
              <a:rPr lang="en-US" sz="1200" b="0" baseline="0" dirty="0" smtClean="0"/>
              <a:t>, in the</a:t>
            </a:r>
            <a:r>
              <a:rPr lang="en-US" sz="1200" baseline="0" dirty="0" smtClean="0"/>
              <a:t> </a:t>
            </a:r>
            <a:r>
              <a:rPr lang="en-US" sz="1200" b="1" baseline="0" dirty="0" smtClean="0"/>
              <a:t>Direction </a:t>
            </a:r>
            <a:r>
              <a:rPr lang="en-US" sz="1200" b="0" baseline="0" dirty="0" smtClean="0"/>
              <a:t>list, select </a:t>
            </a:r>
            <a:r>
              <a:rPr lang="en-US" sz="1200" b="1" baseline="0" dirty="0" smtClean="0"/>
              <a:t>From Left</a:t>
            </a:r>
            <a:r>
              <a:rPr lang="en-US" sz="1200" b="0" baseline="0" dirty="0" smtClean="0"/>
              <a:t>.</a:t>
            </a:r>
          </a:p>
          <a:p>
            <a:pPr marL="685800" lvl="1" indent="-228600">
              <a:buFont typeface="+mj-lt"/>
              <a:buAutoNum type="arabicPeriod"/>
            </a:pPr>
            <a:r>
              <a:rPr lang="en-US" sz="1200" baseline="0" dirty="0" smtClean="0"/>
              <a:t>Select the fourth animation effect. Under </a:t>
            </a:r>
            <a:r>
              <a:rPr lang="en-US" sz="1200" b="1" baseline="0" dirty="0" smtClean="0"/>
              <a:t>Modify: Peek In</a:t>
            </a:r>
            <a:r>
              <a:rPr lang="en-US" sz="1200" b="0" baseline="0" dirty="0" smtClean="0"/>
              <a:t>, in the </a:t>
            </a:r>
            <a:r>
              <a:rPr lang="en-US" sz="1200" b="1" baseline="0" dirty="0" smtClean="0"/>
              <a:t>Direction </a:t>
            </a:r>
            <a:r>
              <a:rPr lang="en-US" sz="1200" b="0" baseline="0" dirty="0" smtClean="0"/>
              <a:t>list, select </a:t>
            </a:r>
            <a:r>
              <a:rPr lang="en-US" sz="1200" b="1" baseline="0" dirty="0" smtClean="0"/>
              <a:t>From Right</a:t>
            </a:r>
            <a:r>
              <a:rPr lang="en-US" sz="1200" b="0" baseline="0" dirty="0" smtClean="0"/>
              <a:t>.</a:t>
            </a:r>
          </a:p>
          <a:p>
            <a:pPr marL="685800" lvl="1" indent="-228600">
              <a:buFont typeface="+mj-lt"/>
              <a:buAutoNum type="arabicPeriod"/>
            </a:pPr>
            <a:r>
              <a:rPr lang="en-US" sz="1200" baseline="0" dirty="0" smtClean="0"/>
              <a:t>Select the fifth animation effect. Under </a:t>
            </a:r>
            <a:r>
              <a:rPr lang="en-US" sz="1200" b="1" baseline="0" dirty="0" smtClean="0"/>
              <a:t>Modify: Peek In</a:t>
            </a:r>
            <a:r>
              <a:rPr lang="en-US" sz="1200" b="0" baseline="0" dirty="0" smtClean="0"/>
              <a:t>, in the </a:t>
            </a:r>
            <a:r>
              <a:rPr lang="en-US" sz="1200" b="1" baseline="0" dirty="0" smtClean="0"/>
              <a:t>Direction </a:t>
            </a:r>
            <a:r>
              <a:rPr lang="en-US" sz="1200" b="0" baseline="0" dirty="0" smtClean="0"/>
              <a:t>list, select </a:t>
            </a:r>
            <a:r>
              <a:rPr lang="en-US" sz="1200" b="1" baseline="0" dirty="0" smtClean="0"/>
              <a:t>From Top</a:t>
            </a:r>
            <a:r>
              <a:rPr lang="en-US" sz="1200" b="0" baseline="0" dirty="0" smtClean="0"/>
              <a:t>.</a:t>
            </a:r>
            <a:endParaRPr lang="en-US" sz="1200" baseline="0" dirty="0" smtClean="0"/>
          </a:p>
          <a:p>
            <a:endParaRPr lang="en-US" sz="1200" baseline="0" dirty="0" smtClean="0"/>
          </a:p>
          <a:p>
            <a:endParaRPr lang="en-US" sz="1200" dirty="0" smtClean="0"/>
          </a:p>
          <a:p>
            <a:r>
              <a:rPr lang="en-US" sz="1200" baseline="0" dirty="0" smtClean="0"/>
              <a:t>To reproduce the background effects on this slide, do the following:</a:t>
            </a:r>
          </a:p>
          <a:p>
            <a:pPr marL="228600" lvl="0" indent="-228600">
              <a:buFont typeface="+mj-lt"/>
              <a:buAutoNum type="arabicPeriod"/>
            </a:pPr>
            <a:r>
              <a:rPr lang="en-US" sz="1200" kern="1200" dirty="0" smtClean="0">
                <a:solidFill>
                  <a:schemeClr val="tx1"/>
                </a:solidFill>
                <a:latin typeface="+mn-lt"/>
                <a:ea typeface="+mn-ea"/>
                <a:cs typeface="+mn-cs"/>
              </a:rPr>
              <a:t>Right-click the slide background area, and then click </a:t>
            </a:r>
            <a:r>
              <a:rPr lang="en-US" sz="1200" b="1" kern="1200" dirty="0" smtClean="0">
                <a:solidFill>
                  <a:schemeClr val="tx1"/>
                </a:solidFill>
                <a:latin typeface="+mn-lt"/>
                <a:ea typeface="+mn-ea"/>
                <a:cs typeface="+mn-cs"/>
              </a:rPr>
              <a:t>Format Background</a:t>
            </a:r>
            <a:r>
              <a:rPr lang="en-US" sz="1200" kern="1200" dirty="0" smtClean="0">
                <a:solidFill>
                  <a:schemeClr val="tx1"/>
                </a:solidFill>
                <a:latin typeface="+mn-lt"/>
                <a:ea typeface="+mn-ea"/>
                <a:cs typeface="+mn-cs"/>
              </a:rPr>
              <a:t>. In the </a:t>
            </a:r>
            <a:r>
              <a:rPr lang="en-US" sz="1200" b="1" kern="1200" dirty="0" smtClean="0">
                <a:solidFill>
                  <a:schemeClr val="tx1"/>
                </a:solidFill>
                <a:latin typeface="+mn-lt"/>
                <a:ea typeface="+mn-ea"/>
                <a:cs typeface="+mn-cs"/>
              </a:rPr>
              <a:t>Format Background </a:t>
            </a:r>
            <a:r>
              <a:rPr lang="en-US" sz="1200" kern="1200" dirty="0" smtClean="0">
                <a:solidFill>
                  <a:schemeClr val="tx1"/>
                </a:solidFill>
                <a:latin typeface="+mn-lt"/>
                <a:ea typeface="+mn-ea"/>
                <a:cs typeface="+mn-cs"/>
              </a:rPr>
              <a:t>dialog box, click </a:t>
            </a:r>
            <a:r>
              <a:rPr lang="en-US" sz="1200" b="1" kern="1200" dirty="0" smtClean="0">
                <a:solidFill>
                  <a:schemeClr val="tx1"/>
                </a:solidFill>
                <a:latin typeface="+mn-lt"/>
                <a:ea typeface="+mn-ea"/>
                <a:cs typeface="+mn-cs"/>
              </a:rPr>
              <a:t>Fill</a:t>
            </a:r>
            <a:r>
              <a:rPr lang="en-US" sz="1200" kern="1200" dirty="0" smtClean="0">
                <a:solidFill>
                  <a:schemeClr val="tx1"/>
                </a:solidFill>
                <a:latin typeface="+mn-lt"/>
                <a:ea typeface="+mn-ea"/>
                <a:cs typeface="+mn-cs"/>
              </a:rPr>
              <a:t> in the left pane, select </a:t>
            </a:r>
            <a:r>
              <a:rPr lang="en-US" sz="1200" b="1" kern="1200" dirty="0" smtClean="0">
                <a:solidFill>
                  <a:schemeClr val="tx1"/>
                </a:solidFill>
                <a:latin typeface="+mn-lt"/>
                <a:ea typeface="+mn-ea"/>
                <a:cs typeface="+mn-cs"/>
              </a:rPr>
              <a:t>Gradient fill</a:t>
            </a:r>
            <a:r>
              <a:rPr lang="en-US" sz="1200" kern="1200" dirty="0" smtClean="0">
                <a:solidFill>
                  <a:schemeClr val="tx1"/>
                </a:solidFill>
                <a:latin typeface="+mn-lt"/>
                <a:ea typeface="+mn-ea"/>
                <a:cs typeface="+mn-cs"/>
              </a:rPr>
              <a:t> in the </a:t>
            </a:r>
            <a:r>
              <a:rPr lang="en-US" sz="1200" b="1" kern="1200" dirty="0" smtClean="0">
                <a:solidFill>
                  <a:schemeClr val="tx1"/>
                </a:solidFill>
                <a:latin typeface="+mn-lt"/>
                <a:ea typeface="+mn-ea"/>
                <a:cs typeface="+mn-cs"/>
              </a:rPr>
              <a:t>Fill</a:t>
            </a:r>
            <a:r>
              <a:rPr lang="en-US" sz="1200" kern="1200" dirty="0" smtClean="0">
                <a:solidFill>
                  <a:schemeClr val="tx1"/>
                </a:solidFill>
                <a:latin typeface="+mn-lt"/>
                <a:ea typeface="+mn-ea"/>
                <a:cs typeface="+mn-cs"/>
              </a:rPr>
              <a:t> pane, and then do the following:</a:t>
            </a:r>
          </a:p>
          <a:p>
            <a:pPr marL="685800" lvl="1"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Type</a:t>
            </a:r>
            <a:r>
              <a:rPr lang="en-US" sz="1200" kern="1200" dirty="0" smtClean="0">
                <a:solidFill>
                  <a:schemeClr val="tx1"/>
                </a:solidFill>
                <a:latin typeface="+mn-lt"/>
                <a:ea typeface="+mn-ea"/>
                <a:cs typeface="+mn-cs"/>
              </a:rPr>
              <a:t> list, select </a:t>
            </a:r>
            <a:r>
              <a:rPr lang="en-US" sz="1200" b="1" kern="1200" dirty="0" smtClean="0">
                <a:solidFill>
                  <a:schemeClr val="tx1"/>
                </a:solidFill>
                <a:latin typeface="+mn-lt"/>
                <a:ea typeface="+mn-ea"/>
                <a:cs typeface="+mn-cs"/>
              </a:rPr>
              <a:t>Radial</a:t>
            </a:r>
            <a:r>
              <a:rPr lang="en-US" sz="1200" kern="1200" dirty="0" smtClean="0">
                <a:solidFill>
                  <a:schemeClr val="tx1"/>
                </a:solidFill>
                <a:latin typeface="+mn-lt"/>
                <a:ea typeface="+mn-ea"/>
                <a:cs typeface="+mn-cs"/>
              </a:rPr>
              <a:t>.</a:t>
            </a:r>
          </a:p>
          <a:p>
            <a:pPr marL="685800" lvl="1"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Direction</a:t>
            </a:r>
            <a:r>
              <a:rPr lang="en-US" sz="1200" kern="1200" dirty="0" smtClean="0">
                <a:solidFill>
                  <a:schemeClr val="tx1"/>
                </a:solidFill>
                <a:latin typeface="+mn-lt"/>
                <a:ea typeface="+mn-ea"/>
                <a:cs typeface="+mn-cs"/>
              </a:rPr>
              <a:t>, and then click </a:t>
            </a:r>
            <a:r>
              <a:rPr lang="en-US" sz="1200" b="1" kern="1200" dirty="0" smtClean="0">
                <a:solidFill>
                  <a:schemeClr val="tx1"/>
                </a:solidFill>
                <a:latin typeface="+mn-lt"/>
                <a:ea typeface="+mn-ea"/>
                <a:cs typeface="+mn-cs"/>
              </a:rPr>
              <a:t>From Corner</a:t>
            </a:r>
            <a:r>
              <a:rPr lang="en-US" sz="1200" b="0" kern="1200" dirty="0" smtClean="0">
                <a:solidFill>
                  <a:schemeClr val="tx1"/>
                </a:solidFill>
                <a:latin typeface="+mn-lt"/>
                <a:ea typeface="+mn-ea"/>
                <a:cs typeface="+mn-cs"/>
              </a:rPr>
              <a:t> (fifth option from the left).</a:t>
            </a:r>
            <a:endParaRPr lang="en-US" sz="1200" b="1" kern="120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click </a:t>
            </a:r>
            <a:r>
              <a:rPr lang="en-US" sz="1200" b="1" kern="1200" dirty="0" smtClean="0">
                <a:solidFill>
                  <a:schemeClr val="tx1"/>
                </a:solidFill>
                <a:latin typeface="+mn-lt"/>
                <a:ea typeface="+mn-ea"/>
                <a:cs typeface="+mn-cs"/>
              </a:rPr>
              <a:t>Add</a:t>
            </a:r>
            <a:r>
              <a:rPr lang="en-US" sz="1200" b="0" kern="1200" dirty="0" smtClean="0">
                <a:solidFill>
                  <a:schemeClr val="tx1"/>
                </a:solidFill>
                <a:latin typeface="+mn-lt"/>
                <a:ea typeface="+mn-ea"/>
                <a:cs typeface="+mn-cs"/>
              </a:rPr>
              <a:t> or </a:t>
            </a:r>
            <a:r>
              <a:rPr lang="en-US" sz="1200" b="1" kern="1200" dirty="0" smtClean="0">
                <a:solidFill>
                  <a:schemeClr val="tx1"/>
                </a:solidFill>
                <a:latin typeface="+mn-lt"/>
                <a:ea typeface="+mn-ea"/>
                <a:cs typeface="+mn-cs"/>
              </a:rPr>
              <a:t>Remove</a:t>
            </a:r>
            <a:r>
              <a:rPr lang="en-US" sz="1200" kern="1200" dirty="0" smtClean="0">
                <a:solidFill>
                  <a:schemeClr val="tx1"/>
                </a:solidFill>
                <a:latin typeface="+mn-lt"/>
                <a:ea typeface="+mn-ea"/>
                <a:cs typeface="+mn-cs"/>
              </a:rPr>
              <a:t> until two stops appear in the drop-down list.</a:t>
            </a:r>
          </a:p>
          <a:p>
            <a:pPr marL="228600" lvl="0" indent="-228600">
              <a:buFont typeface="+mj-lt"/>
              <a:buAutoNum type="arabicPeriod"/>
            </a:pPr>
            <a:r>
              <a:rPr lang="en-US" sz="1200" kern="1200" dirty="0" smtClean="0">
                <a:solidFill>
                  <a:schemeClr val="tx1"/>
                </a:solidFill>
                <a:latin typeface="+mn-lt"/>
                <a:ea typeface="+mn-ea"/>
                <a:cs typeface="+mn-cs"/>
              </a:rPr>
              <a:t>Also under </a:t>
            </a:r>
            <a:r>
              <a:rPr lang="en-US" sz="1200" b="1" kern="1200" dirty="0" smtClean="0">
                <a:solidFill>
                  <a:schemeClr val="tx1"/>
                </a:solidFill>
                <a:latin typeface="+mn-lt"/>
                <a:ea typeface="+mn-ea"/>
                <a:cs typeface="+mn-cs"/>
              </a:rPr>
              <a:t>Gradient stops</a:t>
            </a:r>
            <a:r>
              <a:rPr lang="en-US" sz="1200" kern="1200" dirty="0" smtClean="0">
                <a:solidFill>
                  <a:schemeClr val="tx1"/>
                </a:solidFill>
                <a:latin typeface="+mn-lt"/>
                <a:ea typeface="+mn-ea"/>
                <a:cs typeface="+mn-cs"/>
              </a:rPr>
              <a:t>, customize the gradient stops as follows:</a:t>
            </a: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1" kern="1200" dirty="0" smtClean="0">
                <a:solidFill>
                  <a:schemeClr val="tx1"/>
                </a:solidFill>
                <a:latin typeface="+mn-lt"/>
                <a:ea typeface="+mn-ea"/>
                <a:cs typeface="+mn-cs"/>
              </a:rPr>
              <a:t>Stop 1 </a:t>
            </a:r>
            <a:r>
              <a:rPr lang="en-US" sz="1200" kern="1200" dirty="0" smtClean="0">
                <a:solidFill>
                  <a:schemeClr val="tx1"/>
                </a:solidFill>
                <a:latin typeface="+mn-lt"/>
                <a:ea typeface="+mn-ea"/>
                <a:cs typeface="+mn-cs"/>
              </a:rPr>
              <a:t>from the list, and then do the following:</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Stop 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0%</a:t>
            </a:r>
            <a:r>
              <a:rPr lang="en-US" sz="120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 Colors</a:t>
            </a:r>
            <a:r>
              <a:rPr lang="en-US" sz="1200" b="1"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click</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White, Background</a:t>
            </a:r>
            <a:r>
              <a:rPr lang="en-US" sz="1200" b="1" kern="1200" baseline="0" dirty="0" smtClean="0">
                <a:solidFill>
                  <a:schemeClr val="tx1"/>
                </a:solidFill>
                <a:latin typeface="+mn-lt"/>
                <a:ea typeface="+mn-ea"/>
                <a:cs typeface="+mn-cs"/>
              </a:rPr>
              <a:t> 1 </a:t>
            </a:r>
            <a:r>
              <a:rPr lang="en-US" sz="1200" b="0" kern="1200" baseline="0" dirty="0" smtClean="0">
                <a:solidFill>
                  <a:schemeClr val="tx1"/>
                </a:solidFill>
                <a:latin typeface="+mn-lt"/>
                <a:ea typeface="+mn-ea"/>
                <a:cs typeface="+mn-cs"/>
              </a:rPr>
              <a:t>(first row, first option from the left)</a:t>
            </a:r>
            <a:r>
              <a:rPr lang="en-US" sz="1200" kern="1200" baseline="0" dirty="0" smtClean="0">
                <a:solidFill>
                  <a:schemeClr val="tx1"/>
                </a:solidFill>
                <a:latin typeface="+mn-lt"/>
                <a:ea typeface="+mn-ea"/>
                <a:cs typeface="+mn-cs"/>
              </a:rPr>
              <a:t>.</a:t>
            </a:r>
            <a:endParaRPr lang="en-US" sz="1200" b="1" kern="1200" baseline="0" dirty="0" smtClean="0">
              <a:solidFill>
                <a:schemeClr val="tx1"/>
              </a:solidFill>
              <a:latin typeface="+mn-lt"/>
              <a:ea typeface="+mn-ea"/>
              <a:cs typeface="+mn-cs"/>
            </a:endParaRPr>
          </a:p>
          <a:p>
            <a:pPr marL="685800" lvl="1" indent="-228600">
              <a:buFont typeface="Arial" pitchFamily="34" charset="0"/>
              <a:buChar char="•"/>
            </a:pPr>
            <a:r>
              <a:rPr lang="en-US" sz="1200" kern="1200" dirty="0" smtClean="0">
                <a:solidFill>
                  <a:schemeClr val="tx1"/>
                </a:solidFill>
                <a:latin typeface="+mn-lt"/>
                <a:ea typeface="+mn-ea"/>
                <a:cs typeface="+mn-cs"/>
              </a:rPr>
              <a:t>Select </a:t>
            </a:r>
            <a:r>
              <a:rPr lang="en-US" sz="1200" b="1" kern="1200" dirty="0" smtClean="0">
                <a:solidFill>
                  <a:schemeClr val="tx1"/>
                </a:solidFill>
                <a:latin typeface="+mn-lt"/>
                <a:ea typeface="+mn-ea"/>
                <a:cs typeface="+mn-cs"/>
              </a:rPr>
              <a:t>Stop 2 </a:t>
            </a:r>
            <a:r>
              <a:rPr lang="en-US" sz="1200" kern="1200" dirty="0" smtClean="0">
                <a:solidFill>
                  <a:schemeClr val="tx1"/>
                </a:solidFill>
                <a:latin typeface="+mn-lt"/>
                <a:ea typeface="+mn-ea"/>
                <a:cs typeface="+mn-cs"/>
              </a:rPr>
              <a:t>from the list, and then do the following: </a:t>
            </a:r>
          </a:p>
          <a:p>
            <a:pPr marL="1143000" lvl="2" indent="-228600">
              <a:buFont typeface="Arial" pitchFamily="34" charset="0"/>
              <a:buChar char="•"/>
            </a:pPr>
            <a:r>
              <a:rPr lang="en-US" sz="1200" kern="1200" dirty="0" smtClean="0">
                <a:solidFill>
                  <a:schemeClr val="tx1"/>
                </a:solidFill>
                <a:latin typeface="+mn-lt"/>
                <a:ea typeface="+mn-ea"/>
                <a:cs typeface="+mn-cs"/>
              </a:rPr>
              <a:t>In the </a:t>
            </a:r>
            <a:r>
              <a:rPr lang="en-US" sz="1200" b="1" kern="1200" dirty="0" smtClean="0">
                <a:solidFill>
                  <a:schemeClr val="tx1"/>
                </a:solidFill>
                <a:latin typeface="+mn-lt"/>
                <a:ea typeface="+mn-ea"/>
                <a:cs typeface="+mn-cs"/>
              </a:rPr>
              <a:t>Stop position </a:t>
            </a:r>
            <a:r>
              <a:rPr lang="en-US" sz="1200" kern="1200" dirty="0" smtClean="0">
                <a:solidFill>
                  <a:schemeClr val="tx1"/>
                </a:solidFill>
                <a:latin typeface="+mn-lt"/>
                <a:ea typeface="+mn-ea"/>
                <a:cs typeface="+mn-cs"/>
              </a:rPr>
              <a:t>box, enter </a:t>
            </a:r>
            <a:r>
              <a:rPr lang="en-US" sz="1200" b="1" kern="1200" dirty="0" smtClean="0">
                <a:solidFill>
                  <a:schemeClr val="tx1"/>
                </a:solidFill>
                <a:latin typeface="+mn-lt"/>
                <a:ea typeface="+mn-ea"/>
                <a:cs typeface="+mn-cs"/>
              </a:rPr>
              <a:t>71%</a:t>
            </a:r>
            <a:r>
              <a:rPr lang="en-US" sz="1200" kern="1200" dirty="0" smtClean="0">
                <a:solidFill>
                  <a:schemeClr val="tx1"/>
                </a:solidFill>
                <a:latin typeface="+mn-lt"/>
                <a:ea typeface="+mn-ea"/>
                <a:cs typeface="+mn-cs"/>
              </a:rPr>
              <a:t>.</a:t>
            </a:r>
          </a:p>
          <a:p>
            <a:pPr marL="1143000" lvl="2" indent="-228600">
              <a:buFont typeface="Arial" pitchFamily="34" charset="0"/>
              <a:buChar char="•"/>
            </a:pPr>
            <a:r>
              <a:rPr lang="en-US" sz="1200" kern="1200" dirty="0" smtClean="0">
                <a:solidFill>
                  <a:schemeClr val="tx1"/>
                </a:solidFill>
                <a:latin typeface="+mn-lt"/>
                <a:ea typeface="+mn-ea"/>
                <a:cs typeface="+mn-cs"/>
              </a:rPr>
              <a:t>Click the button next to </a:t>
            </a:r>
            <a:r>
              <a:rPr lang="en-US" sz="1200" b="1" kern="1200" dirty="0" smtClean="0">
                <a:solidFill>
                  <a:schemeClr val="tx1"/>
                </a:solidFill>
                <a:latin typeface="+mn-lt"/>
                <a:ea typeface="+mn-ea"/>
                <a:cs typeface="+mn-cs"/>
              </a:rPr>
              <a:t>Color</a:t>
            </a:r>
            <a:r>
              <a:rPr lang="en-US" sz="1200" kern="1200" dirty="0" smtClean="0">
                <a:solidFill>
                  <a:schemeClr val="tx1"/>
                </a:solidFill>
                <a:latin typeface="+mn-lt"/>
                <a:ea typeface="+mn-ea"/>
                <a:cs typeface="+mn-cs"/>
              </a:rPr>
              <a:t>, and then under </a:t>
            </a:r>
            <a:r>
              <a:rPr lang="en-US" sz="1200" b="1" kern="1200" dirty="0" smtClean="0">
                <a:solidFill>
                  <a:schemeClr val="tx1"/>
                </a:solidFill>
                <a:latin typeface="+mn-lt"/>
                <a:ea typeface="+mn-ea"/>
                <a:cs typeface="+mn-cs"/>
              </a:rPr>
              <a:t>Theme Colors</a:t>
            </a:r>
            <a:r>
              <a:rPr lang="en-US" sz="1200" b="1" kern="1200" baseline="0" dirty="0" smtClean="0">
                <a:solidFill>
                  <a:schemeClr val="tx1"/>
                </a:solidFill>
                <a:latin typeface="+mn-lt"/>
                <a:ea typeface="+mn-ea"/>
                <a:cs typeface="+mn-cs"/>
              </a:rPr>
              <a:t> </a:t>
            </a:r>
            <a:r>
              <a:rPr lang="en-US" sz="1200" kern="1200" baseline="0" dirty="0" smtClean="0">
                <a:solidFill>
                  <a:schemeClr val="tx1"/>
                </a:solidFill>
                <a:latin typeface="+mn-lt"/>
                <a:ea typeface="+mn-ea"/>
                <a:cs typeface="+mn-cs"/>
              </a:rPr>
              <a:t>click</a:t>
            </a:r>
            <a:r>
              <a:rPr lang="en-US" sz="1200"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White, Background</a:t>
            </a:r>
            <a:r>
              <a:rPr lang="en-US" sz="1200" b="1" kern="1200" baseline="0" dirty="0" smtClean="0">
                <a:solidFill>
                  <a:schemeClr val="tx1"/>
                </a:solidFill>
                <a:latin typeface="+mn-lt"/>
                <a:ea typeface="+mn-ea"/>
                <a:cs typeface="+mn-cs"/>
              </a:rPr>
              <a:t> 1, Darker 15</a:t>
            </a:r>
            <a:r>
              <a:rPr lang="en-US" sz="1200" b="1" kern="1200" dirty="0" smtClean="0">
                <a:solidFill>
                  <a:schemeClr val="tx1"/>
                </a:solidFill>
                <a:latin typeface="+mn-lt"/>
                <a:ea typeface="+mn-ea"/>
                <a:cs typeface="+mn-cs"/>
              </a:rPr>
              <a:t>%</a:t>
            </a:r>
            <a:r>
              <a:rPr lang="en-US" sz="1200" b="0" kern="1200" dirty="0" smtClean="0">
                <a:solidFill>
                  <a:schemeClr val="tx1"/>
                </a:solidFill>
                <a:latin typeface="+mn-lt"/>
                <a:ea typeface="+mn-ea"/>
                <a:cs typeface="+mn-cs"/>
              </a:rPr>
              <a:t> (third row, first option from the left)</a:t>
            </a:r>
            <a:r>
              <a:rPr lang="en-US" sz="1200" b="0" kern="1200" baseline="0" dirty="0" smtClean="0">
                <a:solidFill>
                  <a:schemeClr val="tx1"/>
                </a:solidFill>
                <a:latin typeface="+mn-lt"/>
                <a:ea typeface="+mn-ea"/>
                <a:cs typeface="+mn-cs"/>
              </a:rPr>
              <a:t>.</a:t>
            </a:r>
          </a:p>
          <a:p>
            <a:endParaRPr lang="en-US" sz="1200" dirty="0" smtClean="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777589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7542409-6A04-4DC6-AC3A-D3758287A8F2}" type="slidenum">
              <a:rPr lang="en-US" smtClean="0"/>
              <a:pPr/>
              <a:t>12</a:t>
            </a:fld>
            <a:endParaRPr lang="en-US"/>
          </a:p>
        </p:txBody>
      </p:sp>
    </p:spTree>
    <p:extLst>
      <p:ext uri="{BB962C8B-B14F-4D97-AF65-F5344CB8AC3E}">
        <p14:creationId xmlns:p14="http://schemas.microsoft.com/office/powerpoint/2010/main" val="3328617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Puffy white clouds in deep blue sky"/>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490472" cy="3886200"/>
          </a:xfrm>
          <a:prstGeom prst="rect">
            <a:avLst/>
          </a:prstGeom>
        </p:spPr>
      </p:pic>
      <p:sp>
        <p:nvSpPr>
          <p:cNvPr id="9" name="Rectangle 8"/>
          <p:cNvSpPr/>
          <p:nvPr/>
        </p:nvSpPr>
        <p:spPr>
          <a:xfrm>
            <a:off x="1600200" y="0"/>
            <a:ext cx="50292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 name="Picture 9" descr="Closeup of plant shoot"/>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739128" y="2057400"/>
            <a:ext cx="2060767" cy="3886200"/>
          </a:xfrm>
          <a:prstGeom prst="rect">
            <a:avLst/>
          </a:prstGeom>
        </p:spPr>
      </p:pic>
      <p:pic>
        <p:nvPicPr>
          <p:cNvPr id="11" name="Picture 10" descr="Waves"/>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8909623" y="2057400"/>
            <a:ext cx="3282696" cy="3886200"/>
          </a:xfrm>
          <a:prstGeom prst="rect">
            <a:avLst/>
          </a:prstGeom>
        </p:spPr>
      </p:pic>
      <p:sp>
        <p:nvSpPr>
          <p:cNvPr id="2" name="Title 1"/>
          <p:cNvSpPr>
            <a:spLocks noGrp="1"/>
          </p:cNvSpPr>
          <p:nvPr>
            <p:ph type="ctrTitle"/>
          </p:nvPr>
        </p:nvSpPr>
        <p:spPr>
          <a:xfrm>
            <a:off x="1751777" y="3019706"/>
            <a:ext cx="4846320" cy="2387600"/>
          </a:xfrm>
        </p:spPr>
        <p:txBody>
          <a:bodyPr anchor="b">
            <a:normAutofit/>
          </a:bodyPr>
          <a:lstStyle>
            <a:lvl1pPr algn="l">
              <a:lnSpc>
                <a:spcPct val="90000"/>
              </a:lnSpc>
              <a:defRPr sz="4800">
                <a:solidFill>
                  <a:schemeClr val="bg1"/>
                </a:solidFill>
              </a:defRPr>
            </a:lvl1pPr>
          </a:lstStyle>
          <a:p>
            <a:r>
              <a:rPr lang="en-US" smtClean="0"/>
              <a:t>Click to edit Master title style</a:t>
            </a:r>
            <a:endParaRPr/>
          </a:p>
        </p:txBody>
      </p:sp>
      <p:sp>
        <p:nvSpPr>
          <p:cNvPr id="3" name="Subtitle 2"/>
          <p:cNvSpPr>
            <a:spLocks noGrp="1"/>
          </p:cNvSpPr>
          <p:nvPr>
            <p:ph type="subTitle" idx="1"/>
          </p:nvPr>
        </p:nvSpPr>
        <p:spPr>
          <a:xfrm>
            <a:off x="1751777" y="5381894"/>
            <a:ext cx="4846320" cy="448056"/>
          </a:xfrm>
        </p:spPr>
        <p:txBody>
          <a:bodyPr>
            <a:normAutofit/>
          </a:bodyPr>
          <a:lstStyle>
            <a:lvl1pPr marL="0" indent="0" algn="l">
              <a:spcBef>
                <a:spcPts val="0"/>
              </a:spcBef>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a:t>July 22, 2012</a:t>
            </a:r>
          </a:p>
        </p:txBody>
      </p:sp>
      <p:sp>
        <p:nvSpPr>
          <p:cNvPr id="5" name="Footer Placeholder 4"/>
          <p:cNvSpPr>
            <a:spLocks noGrp="1"/>
          </p:cNvSpPr>
          <p:nvPr>
            <p:ph type="ftr" sz="quarter" idx="11"/>
          </p:nvPr>
        </p:nvSpPr>
        <p:spPr/>
        <p:txBody>
          <a:bodyPr/>
          <a:lstStyle/>
          <a:p>
            <a:r>
              <a:rPr/>
              <a:t>Footer text here</a:t>
            </a:r>
          </a:p>
        </p:txBody>
      </p:sp>
      <p:sp>
        <p:nvSpPr>
          <p:cNvPr id="6" name="Slide Number Placeholder 5"/>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600199" y="2059146"/>
            <a:ext cx="7199696"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751777" y="2263913"/>
            <a:ext cx="6949440" cy="3143393"/>
          </a:xfrm>
        </p:spPr>
        <p:txBody>
          <a:bodyPr anchor="b"/>
          <a:lstStyle>
            <a:lvl1pPr>
              <a:defRPr sz="600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1751777" y="5381893"/>
            <a:ext cx="6949440" cy="449523"/>
          </a:xfrm>
        </p:spPr>
        <p:txBody>
          <a:bodyPr/>
          <a:lstStyle>
            <a:lvl1pPr marL="0" indent="0">
              <a:spcBef>
                <a:spcPts val="0"/>
              </a:spcBef>
              <a:buNone/>
              <a:defRPr sz="240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pic>
        <p:nvPicPr>
          <p:cNvPr id="9" name="Picture 8" descr="Waves"/>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8909623" y="2059146"/>
            <a:ext cx="3282696" cy="3886200"/>
          </a:xfrm>
          <a:prstGeom prst="rect">
            <a:avLst/>
          </a:prstGeom>
        </p:spPr>
      </p:pic>
      <p:pic>
        <p:nvPicPr>
          <p:cNvPr id="11" name="Picture 10" descr="Closeup of green plants"/>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490472"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409700" y="1556281"/>
            <a:ext cx="4610099"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172200" y="1556281"/>
            <a:ext cx="4609775" cy="4620682"/>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r>
              <a:rPr/>
              <a:t>July 22, 2012</a:t>
            </a:r>
          </a:p>
        </p:txBody>
      </p:sp>
      <p:sp>
        <p:nvSpPr>
          <p:cNvPr id="6" name="Footer Placeholder 5"/>
          <p:cNvSpPr>
            <a:spLocks noGrp="1"/>
          </p:cNvSpPr>
          <p:nvPr>
            <p:ph type="ftr" sz="quarter" idx="11"/>
          </p:nvPr>
        </p:nvSpPr>
        <p:spPr/>
        <p:txBody>
          <a:bodyPr/>
          <a:lstStyle/>
          <a:p>
            <a:r>
              <a:rPr/>
              <a:t>Footer text here</a:t>
            </a:r>
          </a:p>
        </p:txBody>
      </p:sp>
      <p:sp>
        <p:nvSpPr>
          <p:cNvPr id="7" name="Slide Number Placeholder 6"/>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2781687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409699" y="1554480"/>
            <a:ext cx="4608576"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09699" y="2378392"/>
            <a:ext cx="4608576"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172200" y="1554480"/>
            <a:ext cx="4610100" cy="823912"/>
          </a:xfrm>
        </p:spPr>
        <p:txBody>
          <a:bodyPr anchor="b">
            <a:normAutofit/>
          </a:bodyPr>
          <a:lstStyle>
            <a:lvl1pPr marL="0" indent="0">
              <a:spcBef>
                <a:spcPts val="0"/>
              </a:spcBef>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378392"/>
            <a:ext cx="4610100" cy="3811271"/>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r>
              <a:rPr/>
              <a:t>July 22, 2012</a:t>
            </a:r>
          </a:p>
        </p:txBody>
      </p:sp>
      <p:sp>
        <p:nvSpPr>
          <p:cNvPr id="8" name="Footer Placeholder 7"/>
          <p:cNvSpPr>
            <a:spLocks noGrp="1"/>
          </p:cNvSpPr>
          <p:nvPr>
            <p:ph type="ftr" sz="quarter" idx="11"/>
          </p:nvPr>
        </p:nvSpPr>
        <p:spPr/>
        <p:txBody>
          <a:bodyPr/>
          <a:lstStyle/>
          <a:p>
            <a:r>
              <a:rPr/>
              <a:t>Footer text here</a:t>
            </a:r>
          </a:p>
        </p:txBody>
      </p:sp>
      <p:sp>
        <p:nvSpPr>
          <p:cNvPr id="9" name="Slide Number Placeholder 8"/>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28271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r>
              <a:rPr/>
              <a:t>July 22, 2012</a:t>
            </a:r>
          </a:p>
        </p:txBody>
      </p:sp>
      <p:sp>
        <p:nvSpPr>
          <p:cNvPr id="4" name="Footer Placeholder 3"/>
          <p:cNvSpPr>
            <a:spLocks noGrp="1"/>
          </p:cNvSpPr>
          <p:nvPr>
            <p:ph type="ftr" sz="quarter" idx="11"/>
          </p:nvPr>
        </p:nvSpPr>
        <p:spPr/>
        <p:txBody>
          <a:bodyPr/>
          <a:lstStyle/>
          <a:p>
            <a:r>
              <a:rPr/>
              <a:t>Footer text here</a:t>
            </a:r>
          </a:p>
        </p:txBody>
      </p:sp>
      <p:sp>
        <p:nvSpPr>
          <p:cNvPr id="5" name="Slide Number Placeholder 4"/>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246587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a:t>July 22, 2012</a:t>
            </a:r>
          </a:p>
        </p:txBody>
      </p:sp>
      <p:sp>
        <p:nvSpPr>
          <p:cNvPr id="3" name="Footer Placeholder 2"/>
          <p:cNvSpPr>
            <a:spLocks noGrp="1"/>
          </p:cNvSpPr>
          <p:nvPr>
            <p:ph type="ftr" sz="quarter" idx="11"/>
          </p:nvPr>
        </p:nvSpPr>
        <p:spPr/>
        <p:txBody>
          <a:bodyPr/>
          <a:lstStyle/>
          <a:p>
            <a:r>
              <a:rPr/>
              <a:t>Footer text here</a:t>
            </a:r>
          </a:p>
        </p:txBody>
      </p:sp>
      <p:sp>
        <p:nvSpPr>
          <p:cNvPr id="4" name="Slide Number Placeholder 3"/>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1107393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6679" y="919616"/>
            <a:ext cx="4155622" cy="2532888"/>
          </a:xfrm>
        </p:spPr>
        <p:txBody>
          <a:bodyPr anchor="b"/>
          <a:lstStyle>
            <a:lvl1pPr>
              <a:defRPr sz="3200"/>
            </a:lvl1pPr>
          </a:lstStyle>
          <a:p>
            <a:r>
              <a:rPr lang="en-US" smtClean="0"/>
              <a:t>Click to edit Master title style</a:t>
            </a:r>
            <a:endParaRPr/>
          </a:p>
        </p:txBody>
      </p:sp>
      <p:sp>
        <p:nvSpPr>
          <p:cNvPr id="3" name="Content Placeholder 2"/>
          <p:cNvSpPr>
            <a:spLocks noGrp="1"/>
          </p:cNvSpPr>
          <p:nvPr>
            <p:ph idx="1"/>
          </p:nvPr>
        </p:nvSpPr>
        <p:spPr>
          <a:xfrm>
            <a:off x="1409699" y="915923"/>
            <a:ext cx="5216979" cy="5065776"/>
          </a:xfrm>
        </p:spPr>
        <p:txBody>
          <a:bodyPr/>
          <a:lstStyle>
            <a:lvl1pPr>
              <a:defRPr sz="22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626679" y="3446396"/>
            <a:ext cx="4155622" cy="2535303"/>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a:t>July 22, 2012</a:t>
            </a:r>
          </a:p>
        </p:txBody>
      </p:sp>
      <p:sp>
        <p:nvSpPr>
          <p:cNvPr id="6" name="Footer Placeholder 5"/>
          <p:cNvSpPr>
            <a:spLocks noGrp="1"/>
          </p:cNvSpPr>
          <p:nvPr>
            <p:ph type="ftr" sz="quarter" idx="11"/>
          </p:nvPr>
        </p:nvSpPr>
        <p:spPr/>
        <p:txBody>
          <a:bodyPr/>
          <a:lstStyle/>
          <a:p>
            <a:r>
              <a:rPr/>
              <a:t>Footer text here</a:t>
            </a:r>
          </a:p>
        </p:txBody>
      </p:sp>
      <p:sp>
        <p:nvSpPr>
          <p:cNvPr id="7" name="Slide Number Placeholder 6"/>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302354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6680" y="919616"/>
            <a:ext cx="4155622" cy="2532888"/>
          </a:xfrm>
        </p:spPr>
        <p:txBody>
          <a:bodyPr anchor="b"/>
          <a:lstStyle>
            <a:lvl1pPr>
              <a:defRPr sz="3200"/>
            </a:lvl1pPr>
          </a:lstStyle>
          <a:p>
            <a:r>
              <a:rPr lang="en-US" smtClean="0"/>
              <a:t>Click to edit Master title style</a:t>
            </a:r>
            <a:endParaRPr/>
          </a:p>
        </p:txBody>
      </p:sp>
      <p:sp>
        <p:nvSpPr>
          <p:cNvPr id="3" name="Picture Placeholder 2"/>
          <p:cNvSpPr>
            <a:spLocks noGrp="1"/>
          </p:cNvSpPr>
          <p:nvPr>
            <p:ph type="pic" idx="1"/>
          </p:nvPr>
        </p:nvSpPr>
        <p:spPr>
          <a:xfrm>
            <a:off x="0" y="915923"/>
            <a:ext cx="6626677" cy="5065776"/>
          </a:xfrm>
        </p:spPr>
        <p:txBody>
          <a:bodyPr tIns="1371600">
            <a:normAutofit/>
          </a:bodyPr>
          <a:lstStyle>
            <a:lvl1pPr marL="0" indent="0" algn="ctr">
              <a:spcBef>
                <a:spcPts val="0"/>
              </a:spcBef>
              <a:buNone/>
              <a:defRPr sz="2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626680" y="3446397"/>
            <a:ext cx="4155622" cy="2535304"/>
          </a:xfrm>
        </p:spPr>
        <p:txBody>
          <a:bodyPr>
            <a:norm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a:t>July 22, 2012</a:t>
            </a:r>
          </a:p>
        </p:txBody>
      </p:sp>
      <p:sp>
        <p:nvSpPr>
          <p:cNvPr id="6" name="Footer Placeholder 5"/>
          <p:cNvSpPr>
            <a:spLocks noGrp="1"/>
          </p:cNvSpPr>
          <p:nvPr>
            <p:ph type="ftr" sz="quarter" idx="11"/>
          </p:nvPr>
        </p:nvSpPr>
        <p:spPr/>
        <p:txBody>
          <a:bodyPr/>
          <a:lstStyle/>
          <a:p>
            <a:r>
              <a:rPr/>
              <a:t>Footer text here</a:t>
            </a:r>
          </a:p>
        </p:txBody>
      </p:sp>
      <p:sp>
        <p:nvSpPr>
          <p:cNvPr id="7" name="Slide Number Placeholder 6"/>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21642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a:t>July 22, 2012</a:t>
            </a:r>
          </a:p>
        </p:txBody>
      </p:sp>
      <p:sp>
        <p:nvSpPr>
          <p:cNvPr id="5" name="Footer Placeholder 4"/>
          <p:cNvSpPr>
            <a:spLocks noGrp="1"/>
          </p:cNvSpPr>
          <p:nvPr>
            <p:ph type="ftr" sz="quarter" idx="11"/>
          </p:nvPr>
        </p:nvSpPr>
        <p:spPr/>
        <p:txBody>
          <a:bodyPr/>
          <a:lstStyle/>
          <a:p>
            <a:r>
              <a:rPr/>
              <a:t>Footer text here</a:t>
            </a:r>
          </a:p>
        </p:txBody>
      </p:sp>
      <p:sp>
        <p:nvSpPr>
          <p:cNvPr id="6" name="Slide Number Placeholder 5"/>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720709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90500"/>
            <a:ext cx="2057400" cy="5986463"/>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190500"/>
            <a:ext cx="7734300" cy="5986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r>
              <a:rPr/>
              <a:t>July 22, 2012</a:t>
            </a:r>
          </a:p>
        </p:txBody>
      </p:sp>
      <p:sp>
        <p:nvSpPr>
          <p:cNvPr id="5" name="Footer Placeholder 4"/>
          <p:cNvSpPr>
            <a:spLocks noGrp="1"/>
          </p:cNvSpPr>
          <p:nvPr>
            <p:ph type="ftr" sz="quarter" idx="11"/>
          </p:nvPr>
        </p:nvSpPr>
        <p:spPr/>
        <p:txBody>
          <a:bodyPr/>
          <a:lstStyle/>
          <a:p>
            <a:r>
              <a:rPr/>
              <a:t>Footer text here</a:t>
            </a:r>
          </a:p>
        </p:txBody>
      </p:sp>
      <p:sp>
        <p:nvSpPr>
          <p:cNvPr id="6" name="Slide Number Placeholder 5"/>
          <p:cNvSpPr>
            <a:spLocks noGrp="1"/>
          </p:cNvSpPr>
          <p:nvPr>
            <p:ph type="sldNum" sz="quarter" idx="12"/>
          </p:nvPr>
        </p:nvSpPr>
        <p:spPr/>
        <p:txBody>
          <a:bodyPr/>
          <a:lstStyle/>
          <a:p>
            <a:fld id="{9CD8D479-8942-46E8-A226-A4E01F7A105C}" type="slidenum">
              <a:rPr/>
              <a:pPr/>
              <a:t>‹#›</a:t>
            </a:fld>
            <a:endParaRPr/>
          </a:p>
        </p:txBody>
      </p:sp>
    </p:spTree>
    <p:extLst>
      <p:ext uri="{BB962C8B-B14F-4D97-AF65-F5344CB8AC3E}">
        <p14:creationId xmlns:p14="http://schemas.microsoft.com/office/powerpoint/2010/main" val="102101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6629400"/>
            <a:ext cx="1499616"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609344" y="6629400"/>
            <a:ext cx="10582656"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solidFill>
                <a:schemeClr val="accent1">
                  <a:lumMod val="75000"/>
                </a:schemeClr>
              </a:solidFill>
            </a:endParaRPr>
          </a:p>
        </p:txBody>
      </p:sp>
      <p:sp>
        <p:nvSpPr>
          <p:cNvPr id="2" name="Title Placeholder 1"/>
          <p:cNvSpPr>
            <a:spLocks noGrp="1"/>
          </p:cNvSpPr>
          <p:nvPr>
            <p:ph type="title"/>
          </p:nvPr>
        </p:nvSpPr>
        <p:spPr>
          <a:xfrm>
            <a:off x="1410026" y="276087"/>
            <a:ext cx="9371949" cy="1183566"/>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410027" y="1566001"/>
            <a:ext cx="9371948" cy="462068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Slide Number Placeholder 5"/>
          <p:cNvSpPr>
            <a:spLocks noGrp="1"/>
          </p:cNvSpPr>
          <p:nvPr>
            <p:ph type="sldNum" sz="quarter" idx="4"/>
          </p:nvPr>
        </p:nvSpPr>
        <p:spPr>
          <a:xfrm>
            <a:off x="0" y="6629400"/>
            <a:ext cx="410402" cy="228600"/>
          </a:xfrm>
          <a:prstGeom prst="rect">
            <a:avLst/>
          </a:prstGeom>
        </p:spPr>
        <p:txBody>
          <a:bodyPr vert="horz" lIns="91440" tIns="45720" rIns="91440" bIns="45720" rtlCol="0" anchor="ctr"/>
          <a:lstStyle>
            <a:lvl1pPr algn="r">
              <a:defRPr sz="800">
                <a:solidFill>
                  <a:schemeClr val="accent1">
                    <a:lumMod val="75000"/>
                  </a:schemeClr>
                </a:solidFill>
              </a:defRPr>
            </a:lvl1pPr>
          </a:lstStyle>
          <a:p>
            <a:fld id="{9CD8D479-8942-46E8-A226-A4E01F7A105C}" type="slidenum">
              <a:rPr/>
              <a:pPr/>
              <a:t>‹#›</a:t>
            </a:fld>
            <a:endParaRPr/>
          </a:p>
        </p:txBody>
      </p:sp>
      <p:sp>
        <p:nvSpPr>
          <p:cNvPr id="4" name="Date Placeholder 3"/>
          <p:cNvSpPr>
            <a:spLocks noGrp="1"/>
          </p:cNvSpPr>
          <p:nvPr>
            <p:ph type="dt" sz="half" idx="2"/>
          </p:nvPr>
        </p:nvSpPr>
        <p:spPr>
          <a:xfrm>
            <a:off x="431101" y="6629400"/>
            <a:ext cx="1000662" cy="228600"/>
          </a:xfrm>
          <a:prstGeom prst="rect">
            <a:avLst/>
          </a:prstGeom>
        </p:spPr>
        <p:txBody>
          <a:bodyPr vert="horz" lIns="91440" tIns="45720" rIns="91440" bIns="45720" rtlCol="0" anchor="ctr"/>
          <a:lstStyle>
            <a:lvl1pPr algn="r">
              <a:defRPr sz="800">
                <a:solidFill>
                  <a:schemeClr val="accent1">
                    <a:lumMod val="75000"/>
                  </a:schemeClr>
                </a:solidFill>
              </a:defRPr>
            </a:lvl1pPr>
          </a:lstStyle>
          <a:p>
            <a:r>
              <a:rPr/>
              <a:t>July 22, 2012</a:t>
            </a:r>
          </a:p>
        </p:txBody>
      </p:sp>
      <p:sp>
        <p:nvSpPr>
          <p:cNvPr id="5" name="Footer Placeholder 4"/>
          <p:cNvSpPr>
            <a:spLocks noGrp="1"/>
          </p:cNvSpPr>
          <p:nvPr>
            <p:ph type="ftr" sz="quarter" idx="3"/>
          </p:nvPr>
        </p:nvSpPr>
        <p:spPr>
          <a:xfrm>
            <a:off x="1637716" y="6629400"/>
            <a:ext cx="9144259" cy="228600"/>
          </a:xfrm>
          <a:prstGeom prst="rect">
            <a:avLst/>
          </a:prstGeom>
        </p:spPr>
        <p:txBody>
          <a:bodyPr vert="horz" lIns="91440" tIns="45720" rIns="91440" bIns="45720" rtlCol="0" anchor="ctr"/>
          <a:lstStyle>
            <a:lvl1pPr algn="l">
              <a:defRPr sz="800">
                <a:solidFill>
                  <a:schemeClr val="accent1">
                    <a:lumMod val="75000"/>
                  </a:schemeClr>
                </a:solidFill>
              </a:defRPr>
            </a:lvl1pPr>
          </a:lstStyle>
          <a:p>
            <a:r>
              <a:rPr/>
              <a:t>Footer text here</a:t>
            </a:r>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txStyles>
    <p:titleStyle>
      <a:lvl1pPr algn="l" defTabSz="914400" rtl="0" eaLnBrk="1" latinLnBrk="0" hangingPunct="1">
        <a:spcBef>
          <a:spcPct val="0"/>
        </a:spcBef>
        <a:buNone/>
        <a:defRPr sz="3400" kern="1200">
          <a:solidFill>
            <a:schemeClr val="accent1"/>
          </a:solidFill>
          <a:latin typeface="+mj-lt"/>
          <a:ea typeface="+mj-ea"/>
          <a:cs typeface="+mj-cs"/>
        </a:defRPr>
      </a:lvl1pPr>
    </p:titleStyle>
    <p:body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hyperlink" Target="https://www.facebook.com/ewbiitkgp" TargetMode="External"/><Relationship Id="rId7" Type="http://schemas.openxmlformats.org/officeDocument/2006/relationships/diagramQuickStyle" Target="../diagrams/quickStyle6.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hyperlink" Target="https://twitter.com/ewbiitkharagpur" TargetMode="External"/><Relationship Id="rId9" Type="http://schemas.microsoft.com/office/2007/relationships/diagramDrawing" Target="../diagrams/drawing6.xml"/></Relationships>
</file>

<file path=ppt/slides/_rels/slide13.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8085" y="315695"/>
            <a:ext cx="5654863" cy="2387600"/>
          </a:xfrm>
        </p:spPr>
        <p:txBody>
          <a:bodyPr>
            <a:normAutofit fontScale="90000"/>
          </a:bodyPr>
          <a:lstStyle/>
          <a:p>
            <a:pPr algn="ctr"/>
            <a:r>
              <a:rPr lang="en-US" dirty="0" smtClean="0"/>
              <a:t>EWB INDIA</a:t>
            </a:r>
            <a:br>
              <a:rPr lang="en-US" dirty="0" smtClean="0"/>
            </a:br>
            <a:r>
              <a:rPr lang="en-US" dirty="0" smtClean="0"/>
              <a:t>IIT KHARAGPUR</a:t>
            </a:r>
            <a:br>
              <a:rPr lang="en-US" dirty="0" smtClean="0"/>
            </a:br>
            <a:r>
              <a:rPr lang="en-US" dirty="0" smtClean="0">
                <a:latin typeface="Adobe Arabic" panose="02040503050201020203" pitchFamily="18" charset="-78"/>
                <a:cs typeface="Adobe Arabic" panose="02040503050201020203" pitchFamily="18" charset="-78"/>
              </a:rPr>
              <a:t>2015-2016</a:t>
            </a:r>
            <a:r>
              <a:rPr lang="en-US" dirty="0" smtClean="0"/>
              <a:t>	</a:t>
            </a:r>
            <a:br>
              <a:rPr lang="en-US" dirty="0" smtClean="0"/>
            </a:b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07125" y="0"/>
            <a:ext cx="3338481" cy="142990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2862" y="2340218"/>
            <a:ext cx="3188676" cy="3380643"/>
          </a:xfrm>
          <a:prstGeom prst="rect">
            <a:avLst/>
          </a:prstGeom>
        </p:spPr>
      </p:pic>
    </p:spTree>
    <p:extLst>
      <p:ext uri="{BB962C8B-B14F-4D97-AF65-F5344CB8AC3E}">
        <p14:creationId xmlns:p14="http://schemas.microsoft.com/office/powerpoint/2010/main" val="426154690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785" y="-152399"/>
            <a:ext cx="9926191" cy="926122"/>
          </a:xfrm>
        </p:spPr>
        <p:txBody>
          <a:bodyPr/>
          <a:lstStyle/>
          <a:p>
            <a:r>
              <a:rPr lang="en-IN" dirty="0" smtClean="0"/>
              <a:t>Annual Report</a:t>
            </a:r>
            <a:endParaRPr lang="en-IN"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823432713"/>
              </p:ext>
            </p:extLst>
          </p:nvPr>
        </p:nvGraphicFramePr>
        <p:xfrm>
          <a:off x="5802923" y="703383"/>
          <a:ext cx="6025661" cy="54864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a:xfrm>
            <a:off x="1571100" y="6629400"/>
            <a:ext cx="9144259" cy="228600"/>
          </a:xfrm>
        </p:spPr>
        <p:txBody>
          <a:bodyPr/>
          <a:lstStyle/>
          <a:p>
            <a:r>
              <a:rPr lang="en-US" dirty="0"/>
              <a:t>EWB-IIT KHARAGPUR CHAPTER</a:t>
            </a:r>
          </a:p>
          <a:p>
            <a:endParaRPr lang="en-IN" dirty="0"/>
          </a:p>
        </p:txBody>
      </p:sp>
      <p:sp>
        <p:nvSpPr>
          <p:cNvPr id="6" name="Slide Number Placeholder 5"/>
          <p:cNvSpPr>
            <a:spLocks noGrp="1"/>
          </p:cNvSpPr>
          <p:nvPr>
            <p:ph type="sldNum" sz="quarter" idx="12"/>
          </p:nvPr>
        </p:nvSpPr>
        <p:spPr/>
        <p:txBody>
          <a:bodyPr/>
          <a:lstStyle/>
          <a:p>
            <a:fld id="{9CD8D479-8942-46E8-A226-A4E01F7A105C}" type="slidenum">
              <a:rPr lang="en-IN" smtClean="0"/>
              <a:pPr/>
              <a:t>2</a:t>
            </a:fld>
            <a:endParaRPr lang="en-IN"/>
          </a:p>
        </p:txBody>
      </p:sp>
      <p:graphicFrame>
        <p:nvGraphicFramePr>
          <p:cNvPr id="8" name="Diagram 7"/>
          <p:cNvGraphicFramePr/>
          <p:nvPr>
            <p:extLst>
              <p:ext uri="{D42A27DB-BD31-4B8C-83A1-F6EECF244321}">
                <p14:modId xmlns:p14="http://schemas.microsoft.com/office/powerpoint/2010/main" val="82918126"/>
              </p:ext>
            </p:extLst>
          </p:nvPr>
        </p:nvGraphicFramePr>
        <p:xfrm>
          <a:off x="140677" y="1125415"/>
          <a:ext cx="5650523" cy="466578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Tree>
    <p:extLst>
      <p:ext uri="{BB962C8B-B14F-4D97-AF65-F5344CB8AC3E}">
        <p14:creationId xmlns:p14="http://schemas.microsoft.com/office/powerpoint/2010/main" val="3038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571100" y="6727601"/>
            <a:ext cx="9144259" cy="228600"/>
          </a:xfrm>
        </p:spPr>
        <p:txBody>
          <a:bodyPr/>
          <a:lstStyle/>
          <a:p>
            <a:r>
              <a:rPr lang="en-US" dirty="0"/>
              <a:t>EWB-IIT KHARAGPUR CHAPTER</a:t>
            </a:r>
          </a:p>
          <a:p>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3</a:t>
            </a:fld>
            <a:endParaRPr lang="en-US"/>
          </a:p>
        </p:txBody>
      </p:sp>
      <p:sp>
        <p:nvSpPr>
          <p:cNvPr id="7" name="TextBox 6"/>
          <p:cNvSpPr txBox="1"/>
          <p:nvPr/>
        </p:nvSpPr>
        <p:spPr>
          <a:xfrm>
            <a:off x="785611" y="953604"/>
            <a:ext cx="10586434" cy="4401205"/>
          </a:xfrm>
          <a:prstGeom prst="rect">
            <a:avLst/>
          </a:prstGeom>
          <a:noFill/>
        </p:spPr>
        <p:txBody>
          <a:bodyPr wrap="square" rtlCol="0">
            <a:spAutoFit/>
          </a:bodyPr>
          <a:lstStyle/>
          <a:p>
            <a:pPr algn="just"/>
            <a:r>
              <a:rPr lang="en-IN" sz="2800" b="1" dirty="0" smtClean="0">
                <a:solidFill>
                  <a:srgbClr val="FF0000"/>
                </a:solidFill>
              </a:rPr>
              <a:t>Problem Statement</a:t>
            </a:r>
            <a:r>
              <a:rPr lang="en-IN" sz="2800" b="1" dirty="0" smtClean="0"/>
              <a:t>:</a:t>
            </a:r>
          </a:p>
          <a:p>
            <a:pPr algn="just"/>
            <a:r>
              <a:rPr lang="en-IN" sz="2800" dirty="0" smtClean="0"/>
              <a:t>Problem with </a:t>
            </a:r>
            <a:r>
              <a:rPr lang="en-IN" sz="2800" dirty="0"/>
              <a:t>W</a:t>
            </a:r>
            <a:r>
              <a:rPr lang="en-IN" sz="2800" dirty="0" smtClean="0"/>
              <a:t>est Bengal’s Farmers is that  they have very small land pieces that is also used only for growing only  Rice . Hence what so ever land they have is used only for producing self sufficing Rice . They neither have money for medical emergencies nor for educating their children.</a:t>
            </a:r>
          </a:p>
          <a:p>
            <a:pPr algn="just"/>
            <a:r>
              <a:rPr lang="en-IN" sz="2800" dirty="0" smtClean="0"/>
              <a:t>NSS IIT Kharagpur is working in the field of education like we organise classes for children on week ends but there is nothing done in the field of improving the health issues .Hence Something should be done for the betterment of the society.   </a:t>
            </a:r>
            <a:endParaRPr lang="en-IN" sz="2800" dirty="0"/>
          </a:p>
        </p:txBody>
      </p:sp>
      <p:sp>
        <p:nvSpPr>
          <p:cNvPr id="12"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cxnSp>
        <p:nvCxnSpPr>
          <p:cNvPr id="13" name="Straight Connector 12"/>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spTree>
    <p:extLst>
      <p:ext uri="{BB962C8B-B14F-4D97-AF65-F5344CB8AC3E}">
        <p14:creationId xmlns:p14="http://schemas.microsoft.com/office/powerpoint/2010/main" val="275478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637715" y="6727601"/>
            <a:ext cx="9144259" cy="228600"/>
          </a:xfrm>
        </p:spPr>
        <p:txBody>
          <a:bodyPr/>
          <a:lstStyle/>
          <a:p>
            <a:r>
              <a:rPr lang="en-US" dirty="0"/>
              <a:t>EWB-IIT KHARAGPUR CHAPTER</a:t>
            </a:r>
          </a:p>
          <a:p>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4</a:t>
            </a:fld>
            <a:endParaRPr lang="en-US"/>
          </a:p>
        </p:txBody>
      </p:sp>
      <p:sp>
        <p:nvSpPr>
          <p:cNvPr id="7" name="Rectangle 6"/>
          <p:cNvSpPr/>
          <p:nvPr/>
        </p:nvSpPr>
        <p:spPr>
          <a:xfrm>
            <a:off x="292003" y="616425"/>
            <a:ext cx="11835684" cy="5262979"/>
          </a:xfrm>
          <a:prstGeom prst="rect">
            <a:avLst/>
          </a:prstGeom>
        </p:spPr>
        <p:txBody>
          <a:bodyPr wrap="square">
            <a:spAutoFit/>
          </a:bodyPr>
          <a:lstStyle/>
          <a:p>
            <a:pPr algn="just">
              <a:buNone/>
            </a:pPr>
            <a:r>
              <a:rPr lang="en-US" sz="2800" dirty="0"/>
              <a:t> This was the first project completed by EWB INDIA IIT KHARAGPUR in year 2015-2016</a:t>
            </a:r>
            <a:br>
              <a:rPr lang="en-US" sz="2800" dirty="0"/>
            </a:br>
            <a:r>
              <a:rPr lang="en-US" sz="2800" dirty="0"/>
              <a:t> and was one of the successful projects.</a:t>
            </a:r>
          </a:p>
          <a:p>
            <a:pPr algn="just"/>
            <a:r>
              <a:rPr lang="en-US" sz="2800" dirty="0"/>
              <a:t>The action plan was divided into three stages:</a:t>
            </a:r>
          </a:p>
          <a:p>
            <a:pPr algn="just">
              <a:buFont typeface="Wingdings" pitchFamily="2" charset="2"/>
              <a:buChar char="v"/>
            </a:pPr>
            <a:r>
              <a:rPr lang="en-US" sz="2800" dirty="0"/>
              <a:t>Campus Survey</a:t>
            </a:r>
          </a:p>
          <a:p>
            <a:pPr algn="just">
              <a:buFont typeface="Wingdings" pitchFamily="2" charset="2"/>
              <a:buChar char="v"/>
            </a:pPr>
            <a:r>
              <a:rPr lang="en-US" sz="2800" dirty="0"/>
              <a:t>Medicine Collection</a:t>
            </a:r>
          </a:p>
          <a:p>
            <a:pPr algn="just">
              <a:buFont typeface="Wingdings" pitchFamily="2" charset="2"/>
              <a:buChar char="v"/>
            </a:pPr>
            <a:r>
              <a:rPr lang="en-US" sz="2800" dirty="0"/>
              <a:t>Distribution</a:t>
            </a:r>
          </a:p>
          <a:p>
            <a:pPr algn="just">
              <a:buNone/>
            </a:pPr>
            <a:r>
              <a:rPr lang="en-US" sz="2800" dirty="0"/>
              <a:t>                   </a:t>
            </a:r>
          </a:p>
          <a:p>
            <a:pPr algn="just">
              <a:buNone/>
            </a:pPr>
            <a:r>
              <a:rPr lang="en-US" sz="2800" dirty="0"/>
              <a:t>     Medicines of amount INR 25,000  were collected quarterly and distributed  in 5 villages by conducting camps with the help of local NGO (</a:t>
            </a:r>
            <a:r>
              <a:rPr lang="en-US" sz="2800" b="1" dirty="0"/>
              <a:t>St. John Ambulance </a:t>
            </a:r>
            <a:r>
              <a:rPr lang="en-US" sz="2800" dirty="0"/>
              <a:t>) and Hospitals (</a:t>
            </a:r>
            <a:r>
              <a:rPr lang="en-US" sz="2800" b="1" dirty="0"/>
              <a:t>Kharagpur  Railway Hospital , B.C Roy</a:t>
            </a:r>
            <a:r>
              <a:rPr lang="en-US" sz="2800" dirty="0"/>
              <a:t>)  at :</a:t>
            </a:r>
          </a:p>
          <a:p>
            <a:pPr algn="just">
              <a:buNone/>
            </a:pPr>
            <a:r>
              <a:rPr lang="en-US" sz="2800" b="1" dirty="0" err="1"/>
              <a:t>Jagriti</a:t>
            </a:r>
            <a:r>
              <a:rPr lang="en-US" sz="2800" b="1" dirty="0"/>
              <a:t> </a:t>
            </a:r>
            <a:r>
              <a:rPr lang="en-US" sz="2800" b="1" dirty="0" err="1"/>
              <a:t>Vidya</a:t>
            </a:r>
            <a:r>
              <a:rPr lang="en-US" sz="2800" b="1" dirty="0"/>
              <a:t> </a:t>
            </a:r>
            <a:r>
              <a:rPr lang="en-US" sz="2800" b="1" dirty="0" err="1"/>
              <a:t>Mandir</a:t>
            </a:r>
            <a:r>
              <a:rPr lang="en-US" sz="2800" b="1" dirty="0"/>
              <a:t> , </a:t>
            </a:r>
            <a:r>
              <a:rPr lang="en-US" sz="2800" b="1" dirty="0" err="1"/>
              <a:t>Tangashole</a:t>
            </a:r>
            <a:endParaRPr lang="en-US" sz="2800" b="1" dirty="0"/>
          </a:p>
        </p:txBody>
      </p:sp>
      <p:sp>
        <p:nvSpPr>
          <p:cNvPr id="8"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9" name="TextBox 8"/>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cxnSp>
        <p:nvCxnSpPr>
          <p:cNvPr id="10" name="Straight Connector 9"/>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6070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smtClean="0"/>
              <a:t>EWB-IIT KHARAGPUR CHAPTER</a:t>
            </a:r>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5</a:t>
            </a:fld>
            <a:endParaRPr lang="en-US"/>
          </a:p>
        </p:txBody>
      </p:sp>
      <p:sp>
        <p:nvSpPr>
          <p:cNvPr id="7" name="Rectangle 6"/>
          <p:cNvSpPr/>
          <p:nvPr/>
        </p:nvSpPr>
        <p:spPr>
          <a:xfrm>
            <a:off x="410402" y="1123876"/>
            <a:ext cx="11281894" cy="3970318"/>
          </a:xfrm>
          <a:prstGeom prst="rect">
            <a:avLst/>
          </a:prstGeom>
        </p:spPr>
        <p:txBody>
          <a:bodyPr wrap="square">
            <a:spAutoFit/>
          </a:bodyPr>
          <a:lstStyle/>
          <a:p>
            <a:pPr algn="just"/>
            <a:r>
              <a:rPr lang="en-US" sz="2800" b="1" dirty="0">
                <a:solidFill>
                  <a:srgbClr val="FF0000"/>
                </a:solidFill>
              </a:rPr>
              <a:t>Temporary solution:</a:t>
            </a:r>
          </a:p>
          <a:p>
            <a:pPr algn="just"/>
            <a:r>
              <a:rPr lang="en-US" sz="2800" dirty="0"/>
              <a:t>Currently with the kind of budget we have it is very difficult to run a hospital but we can have a temporary solution of organizing medical camps at economically backward villages .Hence improving the health issues of farmers and villagers and also identifying various health issues  leading to improvement in health standards and also identifying serious medical issues at primary level . Finally leading to a better and improved health standards. Also we found out that because of burning of woods the women's are facing lot of respiratory problems .Hence we also need a solution for this.</a:t>
            </a:r>
          </a:p>
        </p:txBody>
      </p:sp>
      <p:sp>
        <p:nvSpPr>
          <p:cNvPr id="8"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9" name="TextBox 8"/>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cxnSp>
        <p:nvCxnSpPr>
          <p:cNvPr id="10" name="Straight Connector 9"/>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806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571100" y="6727601"/>
            <a:ext cx="9144259" cy="228600"/>
          </a:xfrm>
        </p:spPr>
        <p:txBody>
          <a:bodyPr/>
          <a:lstStyle/>
          <a:p>
            <a:r>
              <a:rPr lang="en-US" dirty="0"/>
              <a:t>EWB-IIT KHARAGPUR CHAPTER</a:t>
            </a:r>
          </a:p>
          <a:p>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6</a:t>
            </a:fld>
            <a:endParaRPr lang="en-US"/>
          </a:p>
        </p:txBody>
      </p: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6616" y="558387"/>
            <a:ext cx="3935080" cy="2274966"/>
          </a:xfrm>
          <a:prstGeom prst="rect">
            <a:avLst/>
          </a:prstGeom>
        </p:spPr>
      </p:pic>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5877" y="587501"/>
            <a:ext cx="4126314" cy="2245852"/>
          </a:xfrm>
          <a:prstGeom prst="rect">
            <a:avLst/>
          </a:prstGeom>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402" y="3677813"/>
            <a:ext cx="3935080" cy="2107127"/>
          </a:xfrm>
          <a:prstGeom prst="rect">
            <a:avLst/>
          </a:prstGeom>
        </p:spPr>
      </p:pic>
      <p:pic>
        <p:nvPicPr>
          <p:cNvPr id="23" name="Picture 2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65421" y="3677812"/>
            <a:ext cx="4146770" cy="2107127"/>
          </a:xfrm>
          <a:prstGeom prst="rect">
            <a:avLst/>
          </a:prstGeom>
        </p:spPr>
      </p:pic>
      <p:sp>
        <p:nvSpPr>
          <p:cNvPr id="24" name="TextBox 23"/>
          <p:cNvSpPr txBox="1"/>
          <p:nvPr/>
        </p:nvSpPr>
        <p:spPr>
          <a:xfrm>
            <a:off x="770586" y="3070917"/>
            <a:ext cx="2405146" cy="369332"/>
          </a:xfrm>
          <a:prstGeom prst="rect">
            <a:avLst/>
          </a:prstGeom>
          <a:noFill/>
        </p:spPr>
        <p:txBody>
          <a:bodyPr wrap="none" rtlCol="0">
            <a:spAutoFit/>
          </a:bodyPr>
          <a:lstStyle/>
          <a:p>
            <a:r>
              <a:rPr lang="en-US" dirty="0" smtClean="0"/>
              <a:t>General health checkup</a:t>
            </a:r>
            <a:endParaRPr lang="en-US" dirty="0"/>
          </a:p>
        </p:txBody>
      </p:sp>
      <p:sp>
        <p:nvSpPr>
          <p:cNvPr id="25" name="TextBox 24"/>
          <p:cNvSpPr txBox="1"/>
          <p:nvPr/>
        </p:nvSpPr>
        <p:spPr>
          <a:xfrm>
            <a:off x="7746441" y="3070916"/>
            <a:ext cx="1584729" cy="369332"/>
          </a:xfrm>
          <a:prstGeom prst="rect">
            <a:avLst/>
          </a:prstGeom>
          <a:noFill/>
        </p:spPr>
        <p:txBody>
          <a:bodyPr wrap="none" rtlCol="0">
            <a:spAutoFit/>
          </a:bodyPr>
          <a:lstStyle/>
          <a:p>
            <a:r>
              <a:rPr lang="en-US" dirty="0" smtClean="0"/>
              <a:t>Child Specialist</a:t>
            </a:r>
            <a:endParaRPr lang="en-US" dirty="0"/>
          </a:p>
        </p:txBody>
      </p:sp>
      <p:sp>
        <p:nvSpPr>
          <p:cNvPr id="26" name="TextBox 25"/>
          <p:cNvSpPr txBox="1"/>
          <p:nvPr/>
        </p:nvSpPr>
        <p:spPr>
          <a:xfrm>
            <a:off x="1290888" y="6022504"/>
            <a:ext cx="1364541" cy="369332"/>
          </a:xfrm>
          <a:prstGeom prst="rect">
            <a:avLst/>
          </a:prstGeom>
          <a:noFill/>
        </p:spPr>
        <p:txBody>
          <a:bodyPr wrap="none" rtlCol="0">
            <a:spAutoFit/>
          </a:bodyPr>
          <a:lstStyle/>
          <a:p>
            <a:r>
              <a:rPr lang="en-US" dirty="0" smtClean="0"/>
              <a:t>Eye Checkup</a:t>
            </a:r>
            <a:endParaRPr lang="en-US" dirty="0"/>
          </a:p>
        </p:txBody>
      </p:sp>
      <p:sp>
        <p:nvSpPr>
          <p:cNvPr id="27" name="TextBox 26"/>
          <p:cNvSpPr txBox="1"/>
          <p:nvPr/>
        </p:nvSpPr>
        <p:spPr>
          <a:xfrm>
            <a:off x="7392787" y="6022503"/>
            <a:ext cx="2312493" cy="369332"/>
          </a:xfrm>
          <a:prstGeom prst="rect">
            <a:avLst/>
          </a:prstGeom>
          <a:noFill/>
        </p:spPr>
        <p:txBody>
          <a:bodyPr wrap="none" rtlCol="0">
            <a:spAutoFit/>
          </a:bodyPr>
          <a:lstStyle/>
          <a:p>
            <a:r>
              <a:rPr lang="en-US" dirty="0" smtClean="0"/>
              <a:t>Medicines Distribution</a:t>
            </a:r>
            <a:endParaRPr lang="en-US" dirty="0"/>
          </a:p>
        </p:txBody>
      </p:sp>
      <p:sp>
        <p:nvSpPr>
          <p:cNvPr id="29"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30" name="TextBox 29"/>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cxnSp>
        <p:nvCxnSpPr>
          <p:cNvPr id="31" name="Straight Connector 30"/>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73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571100" y="6727601"/>
            <a:ext cx="9144259" cy="228600"/>
          </a:xfrm>
        </p:spPr>
        <p:txBody>
          <a:bodyPr/>
          <a:lstStyle/>
          <a:p>
            <a:r>
              <a:rPr lang="en-US" dirty="0"/>
              <a:t>EWB-IIT KHARAGPUR CHAPTER</a:t>
            </a:r>
          </a:p>
          <a:p>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7</a:t>
            </a:fld>
            <a:endParaRPr lang="en-US"/>
          </a:p>
        </p:txBody>
      </p:sp>
      <p:sp>
        <p:nvSpPr>
          <p:cNvPr id="7" name="TextBox 6"/>
          <p:cNvSpPr txBox="1"/>
          <p:nvPr/>
        </p:nvSpPr>
        <p:spPr>
          <a:xfrm>
            <a:off x="431100" y="952678"/>
            <a:ext cx="10773519" cy="3970318"/>
          </a:xfrm>
          <a:prstGeom prst="rect">
            <a:avLst/>
          </a:prstGeom>
          <a:noFill/>
        </p:spPr>
        <p:txBody>
          <a:bodyPr wrap="square" rtlCol="0">
            <a:spAutoFit/>
          </a:bodyPr>
          <a:lstStyle/>
          <a:p>
            <a:endParaRPr lang="en-US" sz="2800" b="1" dirty="0" smtClean="0">
              <a:solidFill>
                <a:srgbClr val="FF0000"/>
              </a:solidFill>
            </a:endParaRPr>
          </a:p>
          <a:p>
            <a:r>
              <a:rPr lang="en-US" sz="3200" b="1" dirty="0" smtClean="0">
                <a:solidFill>
                  <a:srgbClr val="FF0000"/>
                </a:solidFill>
              </a:rPr>
              <a:t>Results</a:t>
            </a:r>
            <a:r>
              <a:rPr lang="en-US" sz="3200" dirty="0" smtClean="0">
                <a:solidFill>
                  <a:srgbClr val="FF0000"/>
                </a:solidFill>
              </a:rPr>
              <a:t>:-</a:t>
            </a:r>
          </a:p>
          <a:p>
            <a:pPr algn="just"/>
            <a:r>
              <a:rPr lang="en-US" sz="3200" dirty="0" smtClean="0"/>
              <a:t>After organizing medical camp we came to know about the real issues like people are not aware about proper diet and its importance and also using wood for fuel leads to many health issues relating to the respiratory problems for women's and need for organizing next medical camp totally on basis of Eye care. </a:t>
            </a:r>
            <a:endParaRPr lang="en-US" sz="3200" dirty="0"/>
          </a:p>
        </p:txBody>
      </p:sp>
      <p:sp>
        <p:nvSpPr>
          <p:cNvPr id="9"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10" name="TextBox 9"/>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cxnSp>
        <p:nvCxnSpPr>
          <p:cNvPr id="11" name="Straight Connector 10"/>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6870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663474" y="6743700"/>
            <a:ext cx="9144259" cy="228600"/>
          </a:xfrm>
        </p:spPr>
        <p:txBody>
          <a:bodyPr/>
          <a:lstStyle/>
          <a:p>
            <a:r>
              <a:rPr lang="en-US" dirty="0"/>
              <a:t>EWB-IIT KHARAGPUR CHAPTER</a:t>
            </a:r>
          </a:p>
          <a:p>
            <a:endParaRPr lang="en-US" dirty="0"/>
          </a:p>
        </p:txBody>
      </p:sp>
      <p:sp>
        <p:nvSpPr>
          <p:cNvPr id="6" name="Slide Number Placeholder 5"/>
          <p:cNvSpPr>
            <a:spLocks noGrp="1"/>
          </p:cNvSpPr>
          <p:nvPr>
            <p:ph type="sldNum" sz="quarter" idx="12"/>
          </p:nvPr>
        </p:nvSpPr>
        <p:spPr/>
        <p:txBody>
          <a:bodyPr/>
          <a:lstStyle/>
          <a:p>
            <a:fld id="{9CD8D479-8942-46E8-A226-A4E01F7A105C}" type="slidenum">
              <a:rPr lang="en-US" smtClean="0"/>
              <a:pPr/>
              <a:t>8</a:t>
            </a:fld>
            <a:endParaRPr lang="en-US"/>
          </a:p>
        </p:txBody>
      </p:sp>
      <p:sp>
        <p:nvSpPr>
          <p:cNvPr id="7" name="TextBox 6"/>
          <p:cNvSpPr txBox="1"/>
          <p:nvPr/>
        </p:nvSpPr>
        <p:spPr>
          <a:xfrm>
            <a:off x="628213" y="837126"/>
            <a:ext cx="10833983" cy="4462760"/>
          </a:xfrm>
          <a:prstGeom prst="rect">
            <a:avLst/>
          </a:prstGeom>
          <a:noFill/>
        </p:spPr>
        <p:txBody>
          <a:bodyPr wrap="square" rtlCol="0">
            <a:spAutoFit/>
          </a:bodyPr>
          <a:lstStyle/>
          <a:p>
            <a:r>
              <a:rPr lang="en-US" sz="2800" b="1" dirty="0" smtClean="0">
                <a:solidFill>
                  <a:srgbClr val="FF0000"/>
                </a:solidFill>
              </a:rPr>
              <a:t>Final Goal</a:t>
            </a:r>
            <a:r>
              <a:rPr lang="en-US" sz="2800" b="1" dirty="0" smtClean="0"/>
              <a:t>:-</a:t>
            </a:r>
          </a:p>
          <a:p>
            <a:r>
              <a:rPr lang="en-US" sz="3200" dirty="0" smtClean="0"/>
              <a:t>To attain a solution for health issues of farmers and villagers we need to build a hospital but with the current level of saving we cannot build any hospital but we can arrange for solutions like arranging of an ambulance for emergency cases and building of biogas plants leading to better health conditions of women and children .Also trying to build a small scale hospital for betterment of villagers by collecting some nominal charges from villagers using biogas plant.</a:t>
            </a:r>
            <a:endParaRPr lang="en-US" sz="3200" dirty="0"/>
          </a:p>
        </p:txBody>
      </p:sp>
      <p:sp>
        <p:nvSpPr>
          <p:cNvPr id="8"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9" name="TextBox 8"/>
          <p:cNvSpPr txBox="1"/>
          <p:nvPr/>
        </p:nvSpPr>
        <p:spPr>
          <a:xfrm>
            <a:off x="4121240" y="-140035"/>
            <a:ext cx="2747868" cy="523220"/>
          </a:xfrm>
          <a:prstGeom prst="rect">
            <a:avLst/>
          </a:prstGeom>
          <a:noFill/>
        </p:spPr>
        <p:txBody>
          <a:bodyPr wrap="none" rtlCol="0">
            <a:spAutoFit/>
          </a:bodyPr>
          <a:lstStyle/>
          <a:p>
            <a:r>
              <a:rPr lang="en-US" sz="2800" b="1" dirty="0" smtClean="0">
                <a:solidFill>
                  <a:schemeClr val="accent1"/>
                </a:solidFill>
              </a:rPr>
              <a:t>MEDICAL DRIVE</a:t>
            </a:r>
            <a:endParaRPr lang="en-US" sz="2800" b="1" dirty="0">
              <a:solidFill>
                <a:schemeClr val="accent1"/>
              </a:solidFill>
            </a:endParaRPr>
          </a:p>
        </p:txBody>
      </p:sp>
      <p:cxnSp>
        <p:nvCxnSpPr>
          <p:cNvPr id="10" name="Straight Connector 9"/>
          <p:cNvCxnSpPr/>
          <p:nvPr/>
        </p:nvCxnSpPr>
        <p:spPr>
          <a:xfrm>
            <a:off x="41871" y="330200"/>
            <a:ext cx="12150129" cy="46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768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12" y="-193138"/>
            <a:ext cx="9371949" cy="1183566"/>
          </a:xfrm>
        </p:spPr>
        <p:txBody>
          <a:bodyPr/>
          <a:lstStyle/>
          <a:p>
            <a:r>
              <a:rPr lang="en-US" dirty="0" smtClean="0"/>
              <a:t>a) Biogas Plant </a:t>
            </a:r>
            <a:endParaRPr lang="en-US" dirty="0"/>
          </a:p>
        </p:txBody>
      </p:sp>
      <p:sp>
        <p:nvSpPr>
          <p:cNvPr id="3" name="Content Placeholder 2"/>
          <p:cNvSpPr>
            <a:spLocks noGrp="1"/>
          </p:cNvSpPr>
          <p:nvPr>
            <p:ph sz="half" idx="1"/>
          </p:nvPr>
        </p:nvSpPr>
        <p:spPr>
          <a:xfrm>
            <a:off x="666206" y="1281961"/>
            <a:ext cx="5421085" cy="5079650"/>
          </a:xfrm>
        </p:spPr>
        <p:txBody>
          <a:bodyPr>
            <a:normAutofit fontScale="92500"/>
          </a:bodyPr>
          <a:lstStyle/>
          <a:p>
            <a:pPr algn="just">
              <a:buFont typeface="Wingdings" pitchFamily="2" charset="2"/>
              <a:buChar char="v"/>
            </a:pPr>
            <a:r>
              <a:rPr lang="en-US" b="1" dirty="0" smtClean="0"/>
              <a:t>Aim </a:t>
            </a:r>
            <a:r>
              <a:rPr lang="en-US" dirty="0" smtClean="0"/>
              <a:t>: Use of renewable source to minimize the use of LPG and wood. </a:t>
            </a:r>
          </a:p>
          <a:p>
            <a:pPr algn="just">
              <a:buFont typeface="Wingdings" pitchFamily="2" charset="2"/>
              <a:buChar char="v"/>
            </a:pPr>
            <a:r>
              <a:rPr lang="en-US" b="1" dirty="0" smtClean="0"/>
              <a:t>Applications:</a:t>
            </a:r>
          </a:p>
          <a:p>
            <a:pPr algn="just">
              <a:buFont typeface="Wingdings" pitchFamily="2" charset="2"/>
              <a:buChar char="v"/>
            </a:pPr>
            <a:r>
              <a:rPr lang="en-US" dirty="0" smtClean="0"/>
              <a:t>Biogas produced will be helpful for cooking purposes and this will reduce the expenses on wood and LPG.</a:t>
            </a:r>
          </a:p>
          <a:p>
            <a:pPr algn="just">
              <a:buFont typeface="Wingdings" pitchFamily="2" charset="2"/>
              <a:buChar char="v"/>
            </a:pPr>
            <a:r>
              <a:rPr lang="en-US" dirty="0" smtClean="0"/>
              <a:t>Produces </a:t>
            </a:r>
            <a:r>
              <a:rPr lang="en-IN" dirty="0"/>
              <a:t>Bio-fertilizers </a:t>
            </a:r>
            <a:r>
              <a:rPr lang="en-IN" dirty="0" smtClean="0"/>
              <a:t>that are </a:t>
            </a:r>
            <a:r>
              <a:rPr lang="en-IN" dirty="0"/>
              <a:t>cost effective and </a:t>
            </a:r>
            <a:r>
              <a:rPr lang="en-IN" dirty="0" smtClean="0"/>
              <a:t>eco-friendly, supplement </a:t>
            </a:r>
            <a:r>
              <a:rPr lang="en-IN" dirty="0"/>
              <a:t>to chemical fertilizers</a:t>
            </a:r>
            <a:endParaRPr lang="en-US" dirty="0" smtClean="0"/>
          </a:p>
          <a:p>
            <a:pPr marL="0" indent="0" algn="just">
              <a:buNone/>
            </a:pPr>
            <a:r>
              <a:rPr lang="en-US" b="1" dirty="0" smtClean="0"/>
              <a:t>Current status </a:t>
            </a:r>
            <a:r>
              <a:rPr lang="en-US" dirty="0" smtClean="0"/>
              <a:t>:</a:t>
            </a:r>
          </a:p>
          <a:p>
            <a:pPr algn="just">
              <a:buFont typeface="Wingdings" pitchFamily="2" charset="2"/>
              <a:buChar char="v"/>
            </a:pPr>
            <a:r>
              <a:rPr lang="en-US" dirty="0"/>
              <a:t>6</a:t>
            </a:r>
            <a:r>
              <a:rPr lang="en-US" dirty="0" smtClean="0"/>
              <a:t>m3 Biogas Plantation</a:t>
            </a:r>
          </a:p>
          <a:p>
            <a:pPr algn="just">
              <a:buFont typeface="Wingdings" pitchFamily="2" charset="2"/>
              <a:buChar char="v"/>
            </a:pPr>
            <a:r>
              <a:rPr lang="en-US" dirty="0" smtClean="0"/>
              <a:t>Consumers and investors have been convinced.</a:t>
            </a:r>
          </a:p>
          <a:p>
            <a:pPr algn="just">
              <a:buFont typeface="Wingdings" pitchFamily="2" charset="2"/>
              <a:buChar char="v"/>
            </a:pPr>
            <a:r>
              <a:rPr lang="en-US" dirty="0" smtClean="0"/>
              <a:t>Investors include Rose Valley, Shree Cements</a:t>
            </a:r>
            <a:br>
              <a:rPr lang="en-US" dirty="0" smtClean="0"/>
            </a:br>
            <a:r>
              <a:rPr lang="en-US" dirty="0" smtClean="0"/>
              <a:t>and  Aditya InfoTech.</a:t>
            </a:r>
          </a:p>
          <a:p>
            <a:pPr algn="just">
              <a:buFont typeface="Wingdings" pitchFamily="2" charset="2"/>
              <a:buChar char="v"/>
            </a:pPr>
            <a:endParaRPr lang="en-US" dirty="0" smtClean="0"/>
          </a:p>
        </p:txBody>
      </p:sp>
      <p:sp>
        <p:nvSpPr>
          <p:cNvPr id="7" name="Slide Number Placeholder 6"/>
          <p:cNvSpPr>
            <a:spLocks noGrp="1"/>
          </p:cNvSpPr>
          <p:nvPr>
            <p:ph type="sldNum" sz="quarter" idx="12"/>
          </p:nvPr>
        </p:nvSpPr>
        <p:spPr/>
        <p:txBody>
          <a:bodyPr/>
          <a:lstStyle/>
          <a:p>
            <a:fld id="{9CD8D479-8942-46E8-A226-A4E01F7A105C}" type="slidenum">
              <a:rPr lang="en-US" smtClean="0"/>
              <a:pPr/>
              <a:t>9</a:t>
            </a:fld>
            <a:endParaRPr lang="en-US"/>
          </a:p>
        </p:txBody>
      </p:sp>
      <p:sp>
        <p:nvSpPr>
          <p:cNvPr id="9"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graphicFrame>
        <p:nvGraphicFramePr>
          <p:cNvPr id="13" name="Content Placeholder 12"/>
          <p:cNvGraphicFramePr>
            <a:graphicFrameLocks noGrp="1"/>
          </p:cNvGraphicFramePr>
          <p:nvPr>
            <p:ph sz="half" idx="2"/>
            <p:extLst>
              <p:ext uri="{D42A27DB-BD31-4B8C-83A1-F6EECF244321}">
                <p14:modId xmlns:p14="http://schemas.microsoft.com/office/powerpoint/2010/main" val="3488793445"/>
              </p:ext>
            </p:extLst>
          </p:nvPr>
        </p:nvGraphicFramePr>
        <p:xfrm>
          <a:off x="6322422" y="692331"/>
          <a:ext cx="5486401" cy="5238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Tree>
    <p:extLst>
      <p:ext uri="{BB962C8B-B14F-4D97-AF65-F5344CB8AC3E}">
        <p14:creationId xmlns:p14="http://schemas.microsoft.com/office/powerpoint/2010/main" val="6598921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12" y="-193138"/>
            <a:ext cx="9371949" cy="1183566"/>
          </a:xfrm>
        </p:spPr>
        <p:txBody>
          <a:bodyPr/>
          <a:lstStyle/>
          <a:p>
            <a:r>
              <a:rPr lang="en-US" dirty="0" smtClean="0"/>
              <a:t>b) Vetiver Project</a:t>
            </a:r>
            <a:endParaRPr lang="en-US" dirty="0"/>
          </a:p>
        </p:txBody>
      </p:sp>
      <p:sp>
        <p:nvSpPr>
          <p:cNvPr id="3" name="Content Placeholder 2"/>
          <p:cNvSpPr>
            <a:spLocks noGrp="1"/>
          </p:cNvSpPr>
          <p:nvPr>
            <p:ph sz="half" idx="1"/>
          </p:nvPr>
        </p:nvSpPr>
        <p:spPr>
          <a:xfrm>
            <a:off x="666206" y="1281961"/>
            <a:ext cx="5421085" cy="5079650"/>
          </a:xfrm>
        </p:spPr>
        <p:txBody>
          <a:bodyPr>
            <a:normAutofit fontScale="92500" lnSpcReduction="20000"/>
          </a:bodyPr>
          <a:lstStyle/>
          <a:p>
            <a:pPr algn="just">
              <a:buFont typeface="Wingdings" pitchFamily="2" charset="2"/>
              <a:buChar char="v"/>
            </a:pPr>
            <a:r>
              <a:rPr lang="en-US" b="1" dirty="0" smtClean="0"/>
              <a:t>Aim </a:t>
            </a:r>
            <a:r>
              <a:rPr lang="en-US" dirty="0" smtClean="0"/>
              <a:t>: To create self sustainable business model in villages to uplift their economic conditions.  </a:t>
            </a:r>
          </a:p>
          <a:p>
            <a:pPr algn="just">
              <a:buFont typeface="Wingdings" pitchFamily="2" charset="2"/>
              <a:buChar char="v"/>
            </a:pPr>
            <a:r>
              <a:rPr lang="en-US" b="1" dirty="0" smtClean="0"/>
              <a:t>Applications:</a:t>
            </a:r>
          </a:p>
          <a:p>
            <a:pPr algn="just">
              <a:buFont typeface="Wingdings" pitchFamily="2" charset="2"/>
              <a:buChar char="v"/>
            </a:pPr>
            <a:r>
              <a:rPr lang="en-US" dirty="0" smtClean="0"/>
              <a:t>Perfumes: Oil </a:t>
            </a:r>
            <a:r>
              <a:rPr lang="en-US" dirty="0"/>
              <a:t>extraction to make perfumes which are high in demand and can act as a potential source of income for farmers.</a:t>
            </a:r>
          </a:p>
          <a:p>
            <a:pPr algn="just">
              <a:buFont typeface="Wingdings" pitchFamily="2" charset="2"/>
              <a:buChar char="v"/>
            </a:pPr>
            <a:r>
              <a:rPr lang="en-US" dirty="0" smtClean="0"/>
              <a:t>Border crop: Grown at the boundary </a:t>
            </a:r>
            <a:r>
              <a:rPr lang="en-US" dirty="0"/>
              <a:t>of paddy fields to protect rice from </a:t>
            </a:r>
            <a:r>
              <a:rPr lang="en-US" dirty="0" smtClean="0"/>
              <a:t>pest attack.</a:t>
            </a:r>
          </a:p>
          <a:p>
            <a:pPr algn="just">
              <a:buFont typeface="Wingdings" pitchFamily="2" charset="2"/>
              <a:buChar char="v"/>
            </a:pPr>
            <a:r>
              <a:rPr lang="en-US" b="1" dirty="0" smtClean="0"/>
              <a:t>Current status </a:t>
            </a:r>
            <a:r>
              <a:rPr lang="en-US" dirty="0" smtClean="0"/>
              <a:t>:</a:t>
            </a:r>
          </a:p>
          <a:p>
            <a:pPr algn="just">
              <a:buFont typeface="Wingdings" pitchFamily="2" charset="2"/>
              <a:buChar char="v"/>
            </a:pPr>
            <a:r>
              <a:rPr lang="en-US" dirty="0" smtClean="0"/>
              <a:t>Research is in its last phase. Queries regarding yield and impact are being discussed with the professors of Department of Agricultural and Food Engineering, IIT Kharagpur.</a:t>
            </a:r>
          </a:p>
          <a:p>
            <a:pPr algn="just">
              <a:buFont typeface="Wingdings" pitchFamily="2" charset="2"/>
              <a:buChar char="v"/>
            </a:pPr>
            <a:r>
              <a:rPr lang="en-US" dirty="0" smtClean="0"/>
              <a:t>Local oil extraction industries have been located in Kolkata and Jamshedpur.</a:t>
            </a:r>
          </a:p>
          <a:p>
            <a:pPr algn="just">
              <a:buFont typeface="Wingdings" pitchFamily="2" charset="2"/>
              <a:buChar char="v"/>
            </a:pPr>
            <a:r>
              <a:rPr lang="en-US" dirty="0" smtClean="0"/>
              <a:t>Farmers and small scale Industries have been convinced. (</a:t>
            </a:r>
            <a:r>
              <a:rPr lang="en-IN" dirty="0"/>
              <a:t>Bansal oil extraction pvt. Ltd.</a:t>
            </a:r>
            <a:r>
              <a:rPr lang="en-US" dirty="0" smtClean="0"/>
              <a:t>)</a:t>
            </a:r>
          </a:p>
          <a:p>
            <a:pPr marL="0" indent="0" algn="just">
              <a:buNone/>
            </a:pPr>
            <a:endParaRPr lang="en-US" dirty="0" smtClean="0"/>
          </a:p>
        </p:txBody>
      </p:sp>
      <p:graphicFrame>
        <p:nvGraphicFramePr>
          <p:cNvPr id="10" name="Content Placeholder 9" descr="Basic Cycle"/>
          <p:cNvGraphicFramePr>
            <a:graphicFrameLocks noGrp="1"/>
          </p:cNvGraphicFramePr>
          <p:nvPr>
            <p:ph sz="half" idx="2"/>
            <p:extLst>
              <p:ext uri="{D42A27DB-BD31-4B8C-83A1-F6EECF244321}">
                <p14:modId xmlns:p14="http://schemas.microsoft.com/office/powerpoint/2010/main" val="3719099578"/>
              </p:ext>
            </p:extLst>
          </p:nvPr>
        </p:nvGraphicFramePr>
        <p:xfrm>
          <a:off x="6622869" y="640080"/>
          <a:ext cx="4799511" cy="5312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Slide Number Placeholder 6"/>
          <p:cNvSpPr>
            <a:spLocks noGrp="1"/>
          </p:cNvSpPr>
          <p:nvPr>
            <p:ph type="sldNum" sz="quarter" idx="12"/>
          </p:nvPr>
        </p:nvSpPr>
        <p:spPr/>
        <p:txBody>
          <a:bodyPr/>
          <a:lstStyle/>
          <a:p>
            <a:fld id="{9CD8D479-8942-46E8-A226-A4E01F7A105C}" type="slidenum">
              <a:rPr lang="en-US" smtClean="0"/>
              <a:pPr/>
              <a:t>10</a:t>
            </a:fld>
            <a:endParaRPr lang="en-US"/>
          </a:p>
        </p:txBody>
      </p:sp>
      <p:sp>
        <p:nvSpPr>
          <p:cNvPr id="9"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sp>
        <p:nvSpPr>
          <p:cNvPr id="11"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Tree>
    <p:extLst>
      <p:ext uri="{BB962C8B-B14F-4D97-AF65-F5344CB8AC3E}">
        <p14:creationId xmlns:p14="http://schemas.microsoft.com/office/powerpoint/2010/main" val="6598921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99685" y="303252"/>
            <a:ext cx="5643916" cy="1003034"/>
          </a:xfrm>
          <a:prstGeom prst="rect">
            <a:avLst/>
          </a:prstGeom>
        </p:spPr>
        <p:txBody>
          <a:bodyPr/>
          <a:lstStyle>
            <a:lvl1pPr algn="l" defTabSz="914400" rtl="0" eaLnBrk="1" latinLnBrk="0" hangingPunct="1">
              <a:spcBef>
                <a:spcPct val="0"/>
              </a:spcBef>
              <a:buNone/>
              <a:defRPr sz="3400" kern="1200">
                <a:solidFill>
                  <a:schemeClr val="accent1"/>
                </a:solidFill>
                <a:latin typeface="+mj-lt"/>
                <a:ea typeface="+mj-ea"/>
                <a:cs typeface="+mj-cs"/>
              </a:defRPr>
            </a:lvl1pPr>
          </a:lstStyle>
          <a:p>
            <a:r>
              <a:rPr lang="en-US" dirty="0" smtClean="0"/>
              <a:t> Social Media Networking</a:t>
            </a:r>
            <a:endParaRPr lang="en-US" dirty="0"/>
          </a:p>
        </p:txBody>
      </p:sp>
      <p:sp>
        <p:nvSpPr>
          <p:cNvPr id="5" name="Content Placeholder 2"/>
          <p:cNvSpPr txBox="1">
            <a:spLocks/>
          </p:cNvSpPr>
          <p:nvPr/>
        </p:nvSpPr>
        <p:spPr>
          <a:xfrm>
            <a:off x="523223" y="804768"/>
            <a:ext cx="5196839" cy="5387025"/>
          </a:xfrm>
          <a:prstGeom prst="rect">
            <a:avLst/>
          </a:prstGeom>
        </p:spPr>
        <p:txBody>
          <a:bodyPr>
            <a:normAutofit/>
          </a:bodyPr>
          <a:lst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a:lstStyle>
          <a:p>
            <a:pPr algn="just">
              <a:buFont typeface="Wingdings" pitchFamily="2" charset="2"/>
              <a:buChar char="v"/>
            </a:pPr>
            <a:endParaRPr lang="en-US" dirty="0" smtClean="0"/>
          </a:p>
          <a:p>
            <a:pPr algn="just">
              <a:buFont typeface="Wingdings" pitchFamily="2" charset="2"/>
              <a:buChar char="v"/>
            </a:pPr>
            <a:r>
              <a:rPr lang="en-IN" dirty="0" smtClean="0"/>
              <a:t>Social </a:t>
            </a:r>
            <a:r>
              <a:rPr lang="en-IN" dirty="0"/>
              <a:t>media has played a big role with how people interact with each other and it is something that is not slowing down anytime soon</a:t>
            </a:r>
            <a:r>
              <a:rPr lang="en-IN" dirty="0" smtClean="0"/>
              <a:t>.</a:t>
            </a:r>
            <a:r>
              <a:rPr lang="en-US" dirty="0" smtClean="0"/>
              <a:t> </a:t>
            </a:r>
          </a:p>
          <a:p>
            <a:pPr marL="0" indent="0" algn="just">
              <a:buNone/>
            </a:pPr>
            <a:endParaRPr lang="en-US" dirty="0" smtClean="0"/>
          </a:p>
          <a:p>
            <a:pPr algn="just">
              <a:buFont typeface="Wingdings" pitchFamily="2" charset="2"/>
              <a:buChar char="v"/>
            </a:pPr>
            <a:r>
              <a:rPr lang="en-US" dirty="0" smtClean="0"/>
              <a:t>As such social Media has been identified as an active tool for creating awareness among youth regarding the challenges faced by environment </a:t>
            </a:r>
          </a:p>
          <a:p>
            <a:pPr algn="just">
              <a:buFont typeface="Wingdings" pitchFamily="2" charset="2"/>
              <a:buChar char="v"/>
            </a:pPr>
            <a:endParaRPr lang="en-US" dirty="0"/>
          </a:p>
          <a:p>
            <a:pPr algn="just">
              <a:buFont typeface="Wingdings" pitchFamily="2" charset="2"/>
              <a:buChar char="v"/>
            </a:pPr>
            <a:r>
              <a:rPr lang="en-US" dirty="0" smtClean="0"/>
              <a:t>This year a number of steps have been taken to increase the social media presence of EWB IIT Kharagpur chapter</a:t>
            </a:r>
          </a:p>
          <a:p>
            <a:pPr algn="just">
              <a:buFont typeface="Wingdings" pitchFamily="2" charset="2"/>
              <a:buChar char="v"/>
            </a:pPr>
            <a:endParaRPr lang="en-US" dirty="0" smtClean="0"/>
          </a:p>
        </p:txBody>
      </p:sp>
      <p:sp>
        <p:nvSpPr>
          <p:cNvPr id="7"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sp>
        <p:nvSpPr>
          <p:cNvPr id="8" name="Slide Number Placeholder 6"/>
          <p:cNvSpPr>
            <a:spLocks noGrp="1"/>
          </p:cNvSpPr>
          <p:nvPr>
            <p:ph type="sldNum" sz="quarter" idx="12"/>
          </p:nvPr>
        </p:nvSpPr>
        <p:spPr>
          <a:xfrm>
            <a:off x="0" y="6629400"/>
            <a:ext cx="410402" cy="228600"/>
          </a:xfrm>
        </p:spPr>
        <p:txBody>
          <a:bodyPr/>
          <a:lstStyle/>
          <a:p>
            <a:r>
              <a:rPr lang="en-US" dirty="0" smtClean="0"/>
              <a:t>11</a:t>
            </a:r>
            <a:endParaRPr lang="en-US" dirty="0"/>
          </a:p>
        </p:txBody>
      </p:sp>
      <p:graphicFrame>
        <p:nvGraphicFramePr>
          <p:cNvPr id="9" name="Diagram 8"/>
          <p:cNvGraphicFramePr/>
          <p:nvPr>
            <p:extLst>
              <p:ext uri="{D42A27DB-BD31-4B8C-83A1-F6EECF244321}">
                <p14:modId xmlns:p14="http://schemas.microsoft.com/office/powerpoint/2010/main" val="1176788250"/>
              </p:ext>
            </p:extLst>
          </p:nvPr>
        </p:nvGraphicFramePr>
        <p:xfrm>
          <a:off x="5720062" y="303252"/>
          <a:ext cx="6096000" cy="5476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Tree>
    <p:extLst>
      <p:ext uri="{BB962C8B-B14F-4D97-AF65-F5344CB8AC3E}">
        <p14:creationId xmlns:p14="http://schemas.microsoft.com/office/powerpoint/2010/main" val="423566783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9">
                                            <p:graphicEl>
                                              <a:dgm id="{9E87D3F1-4C62-44C2-839D-F5FF792F807F}"/>
                                            </p:graphicEl>
                                          </p:spTgt>
                                        </p:tgtEl>
                                        <p:attrNameLst>
                                          <p:attrName>style.visibility</p:attrName>
                                        </p:attrNameLst>
                                      </p:cBhvr>
                                      <p:to>
                                        <p:strVal val="visible"/>
                                      </p:to>
                                    </p:set>
                                    <p:anim calcmode="lin" valueType="num">
                                      <p:cBhvr>
                                        <p:cTn id="7" dur="1000" fill="hold"/>
                                        <p:tgtEl>
                                          <p:spTgt spid="9">
                                            <p:graphicEl>
                                              <a:dgm id="{9E87D3F1-4C62-44C2-839D-F5FF792F807F}"/>
                                            </p:graphicEl>
                                          </p:spTgt>
                                        </p:tgtEl>
                                        <p:attrNameLst>
                                          <p:attrName>ppt_w</p:attrName>
                                        </p:attrNameLst>
                                      </p:cBhvr>
                                      <p:tavLst>
                                        <p:tav tm="0">
                                          <p:val>
                                            <p:fltVal val="0"/>
                                          </p:val>
                                        </p:tav>
                                        <p:tav tm="100000">
                                          <p:val>
                                            <p:strVal val="#ppt_w"/>
                                          </p:val>
                                        </p:tav>
                                      </p:tavLst>
                                    </p:anim>
                                    <p:anim calcmode="lin" valueType="num">
                                      <p:cBhvr>
                                        <p:cTn id="8" dur="1000" fill="hold"/>
                                        <p:tgtEl>
                                          <p:spTgt spid="9">
                                            <p:graphicEl>
                                              <a:dgm id="{9E87D3F1-4C62-44C2-839D-F5FF792F807F}"/>
                                            </p:graphicEl>
                                          </p:spTgt>
                                        </p:tgtEl>
                                        <p:attrNameLst>
                                          <p:attrName>ppt_h</p:attrName>
                                        </p:attrNameLst>
                                      </p:cBhvr>
                                      <p:tavLst>
                                        <p:tav tm="0">
                                          <p:val>
                                            <p:fltVal val="0"/>
                                          </p:val>
                                        </p:tav>
                                        <p:tav tm="100000">
                                          <p:val>
                                            <p:strVal val="#ppt_h"/>
                                          </p:val>
                                        </p:tav>
                                      </p:tavLst>
                                    </p:anim>
                                    <p:anim calcmode="lin" valueType="num">
                                      <p:cBhvr>
                                        <p:cTn id="9" dur="1000" fill="hold"/>
                                        <p:tgtEl>
                                          <p:spTgt spid="9">
                                            <p:graphicEl>
                                              <a:dgm id="{9E87D3F1-4C62-44C2-839D-F5FF792F807F}"/>
                                            </p:graphicEl>
                                          </p:spTgt>
                                        </p:tgtEl>
                                        <p:attrNameLst>
                                          <p:attrName>style.rotation</p:attrName>
                                        </p:attrNameLst>
                                      </p:cBhvr>
                                      <p:tavLst>
                                        <p:tav tm="0">
                                          <p:val>
                                            <p:fltVal val="90"/>
                                          </p:val>
                                        </p:tav>
                                        <p:tav tm="100000">
                                          <p:val>
                                            <p:fltVal val="0"/>
                                          </p:val>
                                        </p:tav>
                                      </p:tavLst>
                                    </p:anim>
                                    <p:animEffect transition="in" filter="fade">
                                      <p:cBhvr>
                                        <p:cTn id="10" dur="1000"/>
                                        <p:tgtEl>
                                          <p:spTgt spid="9">
                                            <p:graphicEl>
                                              <a:dgm id="{9E87D3F1-4C62-44C2-839D-F5FF792F807F}"/>
                                            </p:graphic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graphicEl>
                                              <a:dgm id="{193D7722-BC70-46AA-A506-3DB4A98F9308}"/>
                                            </p:graphicEl>
                                          </p:spTgt>
                                        </p:tgtEl>
                                        <p:attrNameLst>
                                          <p:attrName>style.visibility</p:attrName>
                                        </p:attrNameLst>
                                      </p:cBhvr>
                                      <p:to>
                                        <p:strVal val="visible"/>
                                      </p:to>
                                    </p:set>
                                    <p:animEffect transition="in" filter="fade">
                                      <p:cBhvr>
                                        <p:cTn id="13" dur="1000"/>
                                        <p:tgtEl>
                                          <p:spTgt spid="9">
                                            <p:graphicEl>
                                              <a:dgm id="{193D7722-BC70-46AA-A506-3DB4A98F9308}"/>
                                            </p:graphicEl>
                                          </p:spTgt>
                                        </p:tgtEl>
                                      </p:cBhvr>
                                    </p:animEffect>
                                  </p:childTnLst>
                                </p:cTn>
                              </p:par>
                              <p:par>
                                <p:cTn id="14" presetID="63" presetClass="path" presetSubtype="0" accel="50000" decel="50000" fill="hold" grpId="1" nodeType="withEffect">
                                  <p:stCondLst>
                                    <p:cond delay="0"/>
                                  </p:stCondLst>
                                  <p:childTnLst>
                                    <p:animMotion origin="layout" path="M -6.25E-7 4.07407E-6 L 0.25 4.07407E-6 " pathEditMode="relative" rAng="0" ptsTypes="AA">
                                      <p:cBhvr>
                                        <p:cTn id="15" dur="1000" spd="-100000" fill="hold"/>
                                        <p:tgtEl>
                                          <p:spTgt spid="9">
                                            <p:graphicEl>
                                              <a:dgm id="{193D7722-BC70-46AA-A506-3DB4A98F9308}"/>
                                            </p:graphicEl>
                                          </p:spTgt>
                                        </p:tgtEl>
                                        <p:attrNameLst>
                                          <p:attrName>ppt_x</p:attrName>
                                          <p:attrName>ppt_y</p:attrName>
                                        </p:attrNameLst>
                                      </p:cBhvr>
                                      <p:rCtr x="12500" y="0"/>
                                    </p:animMotion>
                                  </p:childTnLst>
                                </p:cTn>
                              </p:par>
                            </p:childTnLst>
                          </p:cTn>
                        </p:par>
                        <p:par>
                          <p:cTn id="16" fill="hold">
                            <p:stCondLst>
                              <p:cond delay="1000"/>
                            </p:stCondLst>
                            <p:childTnLst>
                              <p:par>
                                <p:cTn id="17" presetID="31" presetClass="entr" presetSubtype="0" fill="hold" grpId="0" nodeType="afterEffect">
                                  <p:stCondLst>
                                    <p:cond delay="0"/>
                                  </p:stCondLst>
                                  <p:iterate type="lt">
                                    <p:tmPct val="5000"/>
                                  </p:iterate>
                                  <p:childTnLst>
                                    <p:set>
                                      <p:cBhvr>
                                        <p:cTn id="18" dur="1" fill="hold">
                                          <p:stCondLst>
                                            <p:cond delay="0"/>
                                          </p:stCondLst>
                                        </p:cTn>
                                        <p:tgtEl>
                                          <p:spTgt spid="9">
                                            <p:graphicEl>
                                              <a:dgm id="{A60E8B29-3A41-41E6-92ED-087DF974D6A6}"/>
                                            </p:graphicEl>
                                          </p:spTgt>
                                        </p:tgtEl>
                                        <p:attrNameLst>
                                          <p:attrName>style.visibility</p:attrName>
                                        </p:attrNameLst>
                                      </p:cBhvr>
                                      <p:to>
                                        <p:strVal val="visible"/>
                                      </p:to>
                                    </p:set>
                                    <p:anim calcmode="lin" valueType="num">
                                      <p:cBhvr>
                                        <p:cTn id="19" dur="1000" fill="hold"/>
                                        <p:tgtEl>
                                          <p:spTgt spid="9">
                                            <p:graphicEl>
                                              <a:dgm id="{A60E8B29-3A41-41E6-92ED-087DF974D6A6}"/>
                                            </p:graphicEl>
                                          </p:spTgt>
                                        </p:tgtEl>
                                        <p:attrNameLst>
                                          <p:attrName>ppt_w</p:attrName>
                                        </p:attrNameLst>
                                      </p:cBhvr>
                                      <p:tavLst>
                                        <p:tav tm="0">
                                          <p:val>
                                            <p:fltVal val="0"/>
                                          </p:val>
                                        </p:tav>
                                        <p:tav tm="100000">
                                          <p:val>
                                            <p:strVal val="#ppt_w"/>
                                          </p:val>
                                        </p:tav>
                                      </p:tavLst>
                                    </p:anim>
                                    <p:anim calcmode="lin" valueType="num">
                                      <p:cBhvr>
                                        <p:cTn id="20" dur="1000" fill="hold"/>
                                        <p:tgtEl>
                                          <p:spTgt spid="9">
                                            <p:graphicEl>
                                              <a:dgm id="{A60E8B29-3A41-41E6-92ED-087DF974D6A6}"/>
                                            </p:graphicEl>
                                          </p:spTgt>
                                        </p:tgtEl>
                                        <p:attrNameLst>
                                          <p:attrName>ppt_h</p:attrName>
                                        </p:attrNameLst>
                                      </p:cBhvr>
                                      <p:tavLst>
                                        <p:tav tm="0">
                                          <p:val>
                                            <p:fltVal val="0"/>
                                          </p:val>
                                        </p:tav>
                                        <p:tav tm="100000">
                                          <p:val>
                                            <p:strVal val="#ppt_h"/>
                                          </p:val>
                                        </p:tav>
                                      </p:tavLst>
                                    </p:anim>
                                    <p:anim calcmode="lin" valueType="num">
                                      <p:cBhvr>
                                        <p:cTn id="21" dur="1000" fill="hold"/>
                                        <p:tgtEl>
                                          <p:spTgt spid="9">
                                            <p:graphicEl>
                                              <a:dgm id="{A60E8B29-3A41-41E6-92ED-087DF974D6A6}"/>
                                            </p:graphicEl>
                                          </p:spTgt>
                                        </p:tgtEl>
                                        <p:attrNameLst>
                                          <p:attrName>style.rotation</p:attrName>
                                        </p:attrNameLst>
                                      </p:cBhvr>
                                      <p:tavLst>
                                        <p:tav tm="0">
                                          <p:val>
                                            <p:fltVal val="90"/>
                                          </p:val>
                                        </p:tav>
                                        <p:tav tm="100000">
                                          <p:val>
                                            <p:fltVal val="0"/>
                                          </p:val>
                                        </p:tav>
                                      </p:tavLst>
                                    </p:anim>
                                    <p:animEffect transition="in" filter="fade">
                                      <p:cBhvr>
                                        <p:cTn id="22" dur="1000"/>
                                        <p:tgtEl>
                                          <p:spTgt spid="9">
                                            <p:graphicEl>
                                              <a:dgm id="{A60E8B29-3A41-41E6-92ED-087DF974D6A6}"/>
                                            </p:graphic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graphicEl>
                                              <a:dgm id="{D12A3826-2E3C-4C07-A727-88547A37A6F8}"/>
                                            </p:graphicEl>
                                          </p:spTgt>
                                        </p:tgtEl>
                                        <p:attrNameLst>
                                          <p:attrName>style.visibility</p:attrName>
                                        </p:attrNameLst>
                                      </p:cBhvr>
                                      <p:to>
                                        <p:strVal val="visible"/>
                                      </p:to>
                                    </p:set>
                                    <p:animEffect transition="in" filter="fade">
                                      <p:cBhvr>
                                        <p:cTn id="25" dur="1000"/>
                                        <p:tgtEl>
                                          <p:spTgt spid="9">
                                            <p:graphicEl>
                                              <a:dgm id="{D12A3826-2E3C-4C07-A727-88547A37A6F8}"/>
                                            </p:graphicEl>
                                          </p:spTgt>
                                        </p:tgtEl>
                                      </p:cBhvr>
                                    </p:animEffect>
                                  </p:childTnLst>
                                </p:cTn>
                              </p:par>
                              <p:par>
                                <p:cTn id="26" presetID="63" presetClass="path" presetSubtype="0" accel="50000" decel="50000" fill="hold" grpId="1" nodeType="withEffect">
                                  <p:stCondLst>
                                    <p:cond delay="0"/>
                                  </p:stCondLst>
                                  <p:childTnLst>
                                    <p:animMotion origin="layout" path="M -6.25E-7 4.07407E-6 L 0.25 4.07407E-6 " pathEditMode="relative" rAng="0" ptsTypes="AA">
                                      <p:cBhvr>
                                        <p:cTn id="27" dur="1000" spd="-100000" fill="hold"/>
                                        <p:tgtEl>
                                          <p:spTgt spid="9">
                                            <p:graphicEl>
                                              <a:dgm id="{D12A3826-2E3C-4C07-A727-88547A37A6F8}"/>
                                            </p:graphicEl>
                                          </p:spTgt>
                                        </p:tgtEl>
                                        <p:attrNameLst>
                                          <p:attrName>ppt_x</p:attrName>
                                          <p:attrName>ppt_y</p:attrName>
                                        </p:attrNameLst>
                                      </p:cBhvr>
                                      <p:rCtr x="12500" y="0"/>
                                    </p:animMotion>
                                  </p:childTnLst>
                                </p:cTn>
                              </p:par>
                            </p:childTnLst>
                          </p:cTn>
                        </p:par>
                        <p:par>
                          <p:cTn id="28" fill="hold">
                            <p:stCondLst>
                              <p:cond delay="2000"/>
                            </p:stCondLst>
                            <p:childTnLst>
                              <p:par>
                                <p:cTn id="29" presetID="31" presetClass="entr" presetSubtype="0" fill="hold" grpId="0" nodeType="afterEffect">
                                  <p:stCondLst>
                                    <p:cond delay="0"/>
                                  </p:stCondLst>
                                  <p:iterate type="lt">
                                    <p:tmPct val="5000"/>
                                  </p:iterate>
                                  <p:childTnLst>
                                    <p:set>
                                      <p:cBhvr>
                                        <p:cTn id="30" dur="1" fill="hold">
                                          <p:stCondLst>
                                            <p:cond delay="0"/>
                                          </p:stCondLst>
                                        </p:cTn>
                                        <p:tgtEl>
                                          <p:spTgt spid="9">
                                            <p:graphicEl>
                                              <a:dgm id="{3364F820-B13F-496A-8388-7D4ADED4386F}"/>
                                            </p:graphicEl>
                                          </p:spTgt>
                                        </p:tgtEl>
                                        <p:attrNameLst>
                                          <p:attrName>style.visibility</p:attrName>
                                        </p:attrNameLst>
                                      </p:cBhvr>
                                      <p:to>
                                        <p:strVal val="visible"/>
                                      </p:to>
                                    </p:set>
                                    <p:anim calcmode="lin" valueType="num">
                                      <p:cBhvr>
                                        <p:cTn id="31" dur="1000" fill="hold"/>
                                        <p:tgtEl>
                                          <p:spTgt spid="9">
                                            <p:graphicEl>
                                              <a:dgm id="{3364F820-B13F-496A-8388-7D4ADED4386F}"/>
                                            </p:graphicEl>
                                          </p:spTgt>
                                        </p:tgtEl>
                                        <p:attrNameLst>
                                          <p:attrName>ppt_w</p:attrName>
                                        </p:attrNameLst>
                                      </p:cBhvr>
                                      <p:tavLst>
                                        <p:tav tm="0">
                                          <p:val>
                                            <p:fltVal val="0"/>
                                          </p:val>
                                        </p:tav>
                                        <p:tav tm="100000">
                                          <p:val>
                                            <p:strVal val="#ppt_w"/>
                                          </p:val>
                                        </p:tav>
                                      </p:tavLst>
                                    </p:anim>
                                    <p:anim calcmode="lin" valueType="num">
                                      <p:cBhvr>
                                        <p:cTn id="32" dur="1000" fill="hold"/>
                                        <p:tgtEl>
                                          <p:spTgt spid="9">
                                            <p:graphicEl>
                                              <a:dgm id="{3364F820-B13F-496A-8388-7D4ADED4386F}"/>
                                            </p:graphicEl>
                                          </p:spTgt>
                                        </p:tgtEl>
                                        <p:attrNameLst>
                                          <p:attrName>ppt_h</p:attrName>
                                        </p:attrNameLst>
                                      </p:cBhvr>
                                      <p:tavLst>
                                        <p:tav tm="0">
                                          <p:val>
                                            <p:fltVal val="0"/>
                                          </p:val>
                                        </p:tav>
                                        <p:tav tm="100000">
                                          <p:val>
                                            <p:strVal val="#ppt_h"/>
                                          </p:val>
                                        </p:tav>
                                      </p:tavLst>
                                    </p:anim>
                                    <p:anim calcmode="lin" valueType="num">
                                      <p:cBhvr>
                                        <p:cTn id="33" dur="1000" fill="hold"/>
                                        <p:tgtEl>
                                          <p:spTgt spid="9">
                                            <p:graphicEl>
                                              <a:dgm id="{3364F820-B13F-496A-8388-7D4ADED4386F}"/>
                                            </p:graphicEl>
                                          </p:spTgt>
                                        </p:tgtEl>
                                        <p:attrNameLst>
                                          <p:attrName>style.rotation</p:attrName>
                                        </p:attrNameLst>
                                      </p:cBhvr>
                                      <p:tavLst>
                                        <p:tav tm="0">
                                          <p:val>
                                            <p:fltVal val="90"/>
                                          </p:val>
                                        </p:tav>
                                        <p:tav tm="100000">
                                          <p:val>
                                            <p:fltVal val="0"/>
                                          </p:val>
                                        </p:tav>
                                      </p:tavLst>
                                    </p:anim>
                                    <p:animEffect transition="in" filter="fade">
                                      <p:cBhvr>
                                        <p:cTn id="34" dur="1000"/>
                                        <p:tgtEl>
                                          <p:spTgt spid="9">
                                            <p:graphicEl>
                                              <a:dgm id="{3364F820-B13F-496A-8388-7D4ADED4386F}"/>
                                            </p:graphicEl>
                                          </p:spTgt>
                                        </p:tgtEl>
                                      </p:cBhvr>
                                    </p:animEffect>
                                  </p:childTnLst>
                                </p:cTn>
                              </p:par>
                              <p:par>
                                <p:cTn id="35" presetID="10" presetClass="entr" presetSubtype="0" fill="hold" grpId="0" nodeType="withEffect">
                                  <p:stCondLst>
                                    <p:cond delay="0"/>
                                  </p:stCondLst>
                                  <p:iterate type="lt">
                                    <p:tmPct val="0"/>
                                  </p:iterate>
                                  <p:childTnLst>
                                    <p:set>
                                      <p:cBhvr>
                                        <p:cTn id="36" dur="1" fill="hold">
                                          <p:stCondLst>
                                            <p:cond delay="0"/>
                                          </p:stCondLst>
                                        </p:cTn>
                                        <p:tgtEl>
                                          <p:spTgt spid="9">
                                            <p:graphicEl>
                                              <a:dgm id="{B8C87BA3-2339-4CFC-B0F3-582D7C37476C}"/>
                                            </p:graphicEl>
                                          </p:spTgt>
                                        </p:tgtEl>
                                        <p:attrNameLst>
                                          <p:attrName>style.visibility</p:attrName>
                                        </p:attrNameLst>
                                      </p:cBhvr>
                                      <p:to>
                                        <p:strVal val="visible"/>
                                      </p:to>
                                    </p:set>
                                    <p:animEffect transition="in" filter="fade">
                                      <p:cBhvr>
                                        <p:cTn id="37" dur="1000"/>
                                        <p:tgtEl>
                                          <p:spTgt spid="9">
                                            <p:graphicEl>
                                              <a:dgm id="{B8C87BA3-2339-4CFC-B0F3-582D7C37476C}"/>
                                            </p:graphicEl>
                                          </p:spTgt>
                                        </p:tgtEl>
                                      </p:cBhvr>
                                    </p:animEffect>
                                  </p:childTnLst>
                                </p:cTn>
                              </p:par>
                              <p:par>
                                <p:cTn id="38" presetID="63" presetClass="path" presetSubtype="0" accel="50000" decel="50000" fill="hold" grpId="1" nodeType="withEffect">
                                  <p:stCondLst>
                                    <p:cond delay="0"/>
                                  </p:stCondLst>
                                  <p:iterate type="lt">
                                    <p:tmPct val="0"/>
                                  </p:iterate>
                                  <p:childTnLst>
                                    <p:animMotion origin="layout" path="M -6.25E-7 4.07407E-6 L 0.25 4.07407E-6 " pathEditMode="relative" rAng="0" ptsTypes="AA">
                                      <p:cBhvr>
                                        <p:cTn id="39" dur="1000" spd="-100000" fill="hold"/>
                                        <p:tgtEl>
                                          <p:spTgt spid="9">
                                            <p:graphicEl>
                                              <a:dgm id="{B8C87BA3-2339-4CFC-B0F3-582D7C37476C}"/>
                                            </p:graphicEl>
                                          </p:spTgt>
                                        </p:tgtEl>
                                        <p:attrNameLst>
                                          <p:attrName>ppt_x</p:attrName>
                                          <p:attrName>ppt_y</p:attrName>
                                        </p:attrNameLst>
                                      </p:cBhvr>
                                      <p:rCtr x="12500" y="0"/>
                                    </p:animMotion>
                                  </p:childTnLst>
                                </p:cTn>
                              </p:par>
                            </p:childTnLst>
                          </p:cTn>
                        </p:par>
                        <p:par>
                          <p:cTn id="40" fill="hold">
                            <p:stCondLst>
                              <p:cond delay="3000"/>
                            </p:stCondLst>
                            <p:childTnLst>
                              <p:par>
                                <p:cTn id="41" presetID="31" presetClass="entr" presetSubtype="0" fill="hold" grpId="0" nodeType="afterEffect">
                                  <p:stCondLst>
                                    <p:cond delay="0"/>
                                  </p:stCondLst>
                                  <p:iterate type="lt">
                                    <p:tmPct val="5000"/>
                                  </p:iterate>
                                  <p:childTnLst>
                                    <p:set>
                                      <p:cBhvr>
                                        <p:cTn id="42" dur="1" fill="hold">
                                          <p:stCondLst>
                                            <p:cond delay="0"/>
                                          </p:stCondLst>
                                        </p:cTn>
                                        <p:tgtEl>
                                          <p:spTgt spid="9">
                                            <p:graphicEl>
                                              <a:dgm id="{D91B0B47-F3B7-4737-BE5C-BB3F0115C9EB}"/>
                                            </p:graphicEl>
                                          </p:spTgt>
                                        </p:tgtEl>
                                        <p:attrNameLst>
                                          <p:attrName>style.visibility</p:attrName>
                                        </p:attrNameLst>
                                      </p:cBhvr>
                                      <p:to>
                                        <p:strVal val="visible"/>
                                      </p:to>
                                    </p:set>
                                    <p:anim calcmode="lin" valueType="num">
                                      <p:cBhvr>
                                        <p:cTn id="43" dur="1000" fill="hold"/>
                                        <p:tgtEl>
                                          <p:spTgt spid="9">
                                            <p:graphicEl>
                                              <a:dgm id="{D91B0B47-F3B7-4737-BE5C-BB3F0115C9EB}"/>
                                            </p:graphicEl>
                                          </p:spTgt>
                                        </p:tgtEl>
                                        <p:attrNameLst>
                                          <p:attrName>ppt_w</p:attrName>
                                        </p:attrNameLst>
                                      </p:cBhvr>
                                      <p:tavLst>
                                        <p:tav tm="0">
                                          <p:val>
                                            <p:fltVal val="0"/>
                                          </p:val>
                                        </p:tav>
                                        <p:tav tm="100000">
                                          <p:val>
                                            <p:strVal val="#ppt_w"/>
                                          </p:val>
                                        </p:tav>
                                      </p:tavLst>
                                    </p:anim>
                                    <p:anim calcmode="lin" valueType="num">
                                      <p:cBhvr>
                                        <p:cTn id="44" dur="1000" fill="hold"/>
                                        <p:tgtEl>
                                          <p:spTgt spid="9">
                                            <p:graphicEl>
                                              <a:dgm id="{D91B0B47-F3B7-4737-BE5C-BB3F0115C9EB}"/>
                                            </p:graphicEl>
                                          </p:spTgt>
                                        </p:tgtEl>
                                        <p:attrNameLst>
                                          <p:attrName>ppt_h</p:attrName>
                                        </p:attrNameLst>
                                      </p:cBhvr>
                                      <p:tavLst>
                                        <p:tav tm="0">
                                          <p:val>
                                            <p:fltVal val="0"/>
                                          </p:val>
                                        </p:tav>
                                        <p:tav tm="100000">
                                          <p:val>
                                            <p:strVal val="#ppt_h"/>
                                          </p:val>
                                        </p:tav>
                                      </p:tavLst>
                                    </p:anim>
                                    <p:anim calcmode="lin" valueType="num">
                                      <p:cBhvr>
                                        <p:cTn id="45" dur="1000" fill="hold"/>
                                        <p:tgtEl>
                                          <p:spTgt spid="9">
                                            <p:graphicEl>
                                              <a:dgm id="{D91B0B47-F3B7-4737-BE5C-BB3F0115C9EB}"/>
                                            </p:graphicEl>
                                          </p:spTgt>
                                        </p:tgtEl>
                                        <p:attrNameLst>
                                          <p:attrName>style.rotation</p:attrName>
                                        </p:attrNameLst>
                                      </p:cBhvr>
                                      <p:tavLst>
                                        <p:tav tm="0">
                                          <p:val>
                                            <p:fltVal val="90"/>
                                          </p:val>
                                        </p:tav>
                                        <p:tav tm="100000">
                                          <p:val>
                                            <p:fltVal val="0"/>
                                          </p:val>
                                        </p:tav>
                                      </p:tavLst>
                                    </p:anim>
                                    <p:animEffect transition="in" filter="fade">
                                      <p:cBhvr>
                                        <p:cTn id="46" dur="1000"/>
                                        <p:tgtEl>
                                          <p:spTgt spid="9">
                                            <p:graphicEl>
                                              <a:dgm id="{D91B0B47-F3B7-4737-BE5C-BB3F0115C9EB}"/>
                                            </p:graphicEl>
                                          </p:spTgt>
                                        </p:tgtEl>
                                      </p:cBhvr>
                                    </p:animEffect>
                                  </p:childTnLst>
                                </p:cTn>
                              </p:par>
                              <p:par>
                                <p:cTn id="47" presetID="10" presetClass="entr" presetSubtype="0" fill="hold" grpId="0" nodeType="withEffect">
                                  <p:stCondLst>
                                    <p:cond delay="0"/>
                                  </p:stCondLst>
                                  <p:iterate type="lt">
                                    <p:tmPct val="0"/>
                                  </p:iterate>
                                  <p:childTnLst>
                                    <p:set>
                                      <p:cBhvr>
                                        <p:cTn id="48" dur="1" fill="hold">
                                          <p:stCondLst>
                                            <p:cond delay="0"/>
                                          </p:stCondLst>
                                        </p:cTn>
                                        <p:tgtEl>
                                          <p:spTgt spid="9">
                                            <p:graphicEl>
                                              <a:dgm id="{F54CC983-2FE2-4D0A-B507-72F8DDB1CE8B}"/>
                                            </p:graphicEl>
                                          </p:spTgt>
                                        </p:tgtEl>
                                        <p:attrNameLst>
                                          <p:attrName>style.visibility</p:attrName>
                                        </p:attrNameLst>
                                      </p:cBhvr>
                                      <p:to>
                                        <p:strVal val="visible"/>
                                      </p:to>
                                    </p:set>
                                    <p:animEffect transition="in" filter="fade">
                                      <p:cBhvr>
                                        <p:cTn id="49" dur="1000"/>
                                        <p:tgtEl>
                                          <p:spTgt spid="9">
                                            <p:graphicEl>
                                              <a:dgm id="{F54CC983-2FE2-4D0A-B507-72F8DDB1CE8B}"/>
                                            </p:graphicEl>
                                          </p:spTgt>
                                        </p:tgtEl>
                                      </p:cBhvr>
                                    </p:animEffect>
                                  </p:childTnLst>
                                </p:cTn>
                              </p:par>
                              <p:par>
                                <p:cTn id="50" presetID="63" presetClass="path" presetSubtype="0" accel="50000" decel="50000" fill="hold" grpId="1" nodeType="withEffect">
                                  <p:stCondLst>
                                    <p:cond delay="0"/>
                                  </p:stCondLst>
                                  <p:iterate type="lt">
                                    <p:tmPct val="0"/>
                                  </p:iterate>
                                  <p:childTnLst>
                                    <p:animMotion origin="layout" path="M -6.25E-7 4.07407E-6 L 0.25 4.07407E-6 " pathEditMode="relative" rAng="0" ptsTypes="AA">
                                      <p:cBhvr>
                                        <p:cTn id="51" dur="1000" spd="-100000" fill="hold"/>
                                        <p:tgtEl>
                                          <p:spTgt spid="9">
                                            <p:graphicEl>
                                              <a:dgm id="{F54CC983-2FE2-4D0A-B507-72F8DDB1CE8B}"/>
                                            </p:graphicEl>
                                          </p:spTgt>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Graphic spid="9" grpId="1">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201" y="0"/>
            <a:ext cx="4416007" cy="1183566"/>
          </a:xfrm>
        </p:spPr>
        <p:txBody>
          <a:bodyPr/>
          <a:lstStyle/>
          <a:p>
            <a:r>
              <a:rPr lang="en-US" dirty="0" smtClean="0"/>
              <a:t>Social Media Tools </a:t>
            </a:r>
            <a:endParaRPr lang="en-US" dirty="0"/>
          </a:p>
        </p:txBody>
      </p:sp>
      <p:sp>
        <p:nvSpPr>
          <p:cNvPr id="3" name="Content Placeholder 2"/>
          <p:cNvSpPr>
            <a:spLocks noGrp="1"/>
          </p:cNvSpPr>
          <p:nvPr>
            <p:ph idx="1"/>
          </p:nvPr>
        </p:nvSpPr>
        <p:spPr>
          <a:xfrm>
            <a:off x="7131559" y="3693402"/>
            <a:ext cx="5060442" cy="2935998"/>
          </a:xfrm>
        </p:spPr>
        <p:txBody>
          <a:bodyPr/>
          <a:lstStyle/>
          <a:p>
            <a:pPr marL="0" indent="0">
              <a:buNone/>
            </a:pPr>
            <a:r>
              <a:rPr lang="en-US" dirty="0" smtClean="0"/>
              <a:t>Facebook Page</a:t>
            </a:r>
            <a:endParaRPr lang="en-US" dirty="0"/>
          </a:p>
          <a:p>
            <a:pPr marL="0" indent="0">
              <a:buNone/>
            </a:pPr>
            <a:r>
              <a:rPr lang="en-IN" dirty="0" smtClean="0">
                <a:hlinkClick r:id="rId3"/>
              </a:rPr>
              <a:t>https</a:t>
            </a:r>
            <a:r>
              <a:rPr lang="en-IN" dirty="0">
                <a:hlinkClick r:id="rId3"/>
              </a:rPr>
              <a:t>://</a:t>
            </a:r>
            <a:r>
              <a:rPr lang="en-IN" dirty="0" smtClean="0">
                <a:hlinkClick r:id="rId3"/>
              </a:rPr>
              <a:t>www.facebook.com/ewbiitkgp</a:t>
            </a:r>
            <a:endParaRPr lang="en-IN" dirty="0" smtClean="0"/>
          </a:p>
          <a:p>
            <a:pPr marL="0" indent="0">
              <a:buNone/>
            </a:pPr>
            <a:endParaRPr lang="en-US" dirty="0" smtClean="0"/>
          </a:p>
          <a:p>
            <a:pPr marL="0" indent="0">
              <a:buNone/>
            </a:pPr>
            <a:r>
              <a:rPr lang="en-US" dirty="0" smtClean="0"/>
              <a:t>Twitter Page:</a:t>
            </a:r>
          </a:p>
          <a:p>
            <a:pPr marL="0" indent="0">
              <a:buNone/>
            </a:pPr>
            <a:r>
              <a:rPr lang="en-IN" dirty="0">
                <a:hlinkClick r:id="rId4"/>
              </a:rPr>
              <a:t>https://</a:t>
            </a:r>
            <a:r>
              <a:rPr lang="en-IN" dirty="0" smtClean="0">
                <a:hlinkClick r:id="rId4"/>
              </a:rPr>
              <a:t>twitter.com/ewbiitkharagpur</a:t>
            </a:r>
            <a:endParaRPr lang="en-IN" dirty="0" smtClean="0"/>
          </a:p>
          <a:p>
            <a:pPr marL="0" indent="0">
              <a:buNone/>
            </a:pPr>
            <a:r>
              <a:rPr lang="en-US" dirty="0" smtClean="0"/>
              <a:t>@</a:t>
            </a:r>
            <a:r>
              <a:rPr lang="en-US" dirty="0" err="1" smtClean="0"/>
              <a:t>ewbiitkharagpur</a:t>
            </a:r>
            <a:endParaRPr lang="en-US" dirty="0" smtClean="0"/>
          </a:p>
          <a:p>
            <a:pPr marL="0" indent="0">
              <a:buNone/>
            </a:pPr>
            <a:endParaRPr lang="en-US" dirty="0" smtClean="0"/>
          </a:p>
          <a:p>
            <a:pPr marL="0" indent="0">
              <a:buNone/>
            </a:pPr>
            <a:endParaRPr lang="en-US" dirty="0" smtClean="0"/>
          </a:p>
        </p:txBody>
      </p:sp>
      <p:sp>
        <p:nvSpPr>
          <p:cNvPr id="9" name="Slide Number Placeholder 8"/>
          <p:cNvSpPr>
            <a:spLocks noGrp="1"/>
          </p:cNvSpPr>
          <p:nvPr>
            <p:ph type="sldNum" sz="quarter" idx="12"/>
          </p:nvPr>
        </p:nvSpPr>
        <p:spPr/>
        <p:txBody>
          <a:bodyPr/>
          <a:lstStyle/>
          <a:p>
            <a:fld id="{9CD8D479-8942-46E8-A226-A4E01F7A105C}" type="slidenum">
              <a:rPr lang="en-US" smtClean="0"/>
              <a:pPr/>
              <a:t>12</a:t>
            </a:fld>
            <a:endParaRPr lang="en-US"/>
          </a:p>
        </p:txBody>
      </p:sp>
      <p:graphicFrame>
        <p:nvGraphicFramePr>
          <p:cNvPr id="7" name="Content Placeholder 7" descr="Sample table with 3 columns, 4 rows"/>
          <p:cNvGraphicFramePr>
            <a:graphicFrameLocks/>
          </p:cNvGraphicFramePr>
          <p:nvPr>
            <p:extLst>
              <p:ext uri="{D42A27DB-BD31-4B8C-83A1-F6EECF244321}">
                <p14:modId xmlns:p14="http://schemas.microsoft.com/office/powerpoint/2010/main" val="2858813839"/>
              </p:ext>
            </p:extLst>
          </p:nvPr>
        </p:nvGraphicFramePr>
        <p:xfrm>
          <a:off x="7099663" y="693601"/>
          <a:ext cx="4610100" cy="2072820"/>
        </p:xfrm>
        <a:graphic>
          <a:graphicData uri="http://schemas.openxmlformats.org/drawingml/2006/table">
            <a:tbl>
              <a:tblPr firstRow="1" bandRow="1">
                <a:tableStyleId>{5C22544A-7EE6-4342-B048-85BDC9FD1C3A}</a:tableStyleId>
              </a:tblPr>
              <a:tblGrid>
                <a:gridCol w="1536700"/>
                <a:gridCol w="1536700"/>
                <a:gridCol w="1536700"/>
              </a:tblGrid>
              <a:tr h="518205">
                <a:tc>
                  <a:txBody>
                    <a:bodyPr/>
                    <a:lstStyle/>
                    <a:p>
                      <a:endParaRPr lang="en-US" dirty="0"/>
                    </a:p>
                  </a:txBody>
                  <a:tcPr anchor="ctr"/>
                </a:tc>
                <a:tc>
                  <a:txBody>
                    <a:bodyPr/>
                    <a:lstStyle/>
                    <a:p>
                      <a:pPr algn="ctr"/>
                      <a:r>
                        <a:rPr lang="en-US" dirty="0" smtClean="0"/>
                        <a:t>Facebook</a:t>
                      </a:r>
                      <a:endParaRPr lang="en-US" dirty="0"/>
                    </a:p>
                  </a:txBody>
                  <a:tcPr anchor="ctr"/>
                </a:tc>
                <a:tc>
                  <a:txBody>
                    <a:bodyPr/>
                    <a:lstStyle/>
                    <a:p>
                      <a:pPr algn="ctr"/>
                      <a:r>
                        <a:rPr lang="en-US" dirty="0" smtClean="0"/>
                        <a:t>Twitter</a:t>
                      </a:r>
                      <a:endParaRPr lang="en-US" dirty="0"/>
                    </a:p>
                  </a:txBody>
                  <a:tcPr anchor="ctr"/>
                </a:tc>
              </a:tr>
              <a:tr h="518205">
                <a:tc>
                  <a:txBody>
                    <a:bodyPr/>
                    <a:lstStyle/>
                    <a:p>
                      <a:r>
                        <a:rPr lang="en-US" dirty="0" smtClean="0"/>
                        <a:t>Likes</a:t>
                      </a:r>
                      <a:endParaRPr lang="en-US" dirty="0"/>
                    </a:p>
                  </a:txBody>
                  <a:tcPr anchor="ctr"/>
                </a:tc>
                <a:tc>
                  <a:txBody>
                    <a:bodyPr/>
                    <a:lstStyle/>
                    <a:p>
                      <a:pPr algn="ctr"/>
                      <a:r>
                        <a:rPr lang="en-IN" sz="1800" b="1" i="0" kern="1200" dirty="0" smtClean="0">
                          <a:solidFill>
                            <a:schemeClr val="dk1"/>
                          </a:solidFill>
                          <a:effectLst/>
                          <a:latin typeface="+mn-lt"/>
                          <a:ea typeface="+mn-ea"/>
                          <a:cs typeface="+mn-cs"/>
                        </a:rPr>
                        <a:t>2057</a:t>
                      </a:r>
                      <a:endParaRPr lang="en-US" b="1" dirty="0"/>
                    </a:p>
                  </a:txBody>
                  <a:tcPr anchor="ctr"/>
                </a:tc>
                <a:tc>
                  <a:txBody>
                    <a:bodyPr/>
                    <a:lstStyle/>
                    <a:p>
                      <a:pPr algn="ctr"/>
                      <a:r>
                        <a:rPr lang="en-US" b="1" dirty="0" smtClean="0"/>
                        <a:t>N/A</a:t>
                      </a:r>
                      <a:endParaRPr lang="en-US" b="1" dirty="0"/>
                    </a:p>
                  </a:txBody>
                  <a:tcPr anchor="ctr"/>
                </a:tc>
              </a:tr>
              <a:tr h="518205">
                <a:tc>
                  <a:txBody>
                    <a:bodyPr/>
                    <a:lstStyle/>
                    <a:p>
                      <a:r>
                        <a:rPr lang="en-US" dirty="0" smtClean="0"/>
                        <a:t>Posts/Week</a:t>
                      </a:r>
                      <a:endParaRPr lang="en-US" dirty="0"/>
                    </a:p>
                  </a:txBody>
                  <a:tcPr anchor="ctr"/>
                </a:tc>
                <a:tc>
                  <a:txBody>
                    <a:bodyPr/>
                    <a:lstStyle/>
                    <a:p>
                      <a:pPr algn="ctr"/>
                      <a:r>
                        <a:rPr lang="en-US" b="1" dirty="0" smtClean="0"/>
                        <a:t> 20</a:t>
                      </a:r>
                      <a:endParaRPr lang="en-US" b="1" dirty="0"/>
                    </a:p>
                  </a:txBody>
                  <a:tcPr anchor="ctr"/>
                </a:tc>
                <a:tc>
                  <a:txBody>
                    <a:bodyPr/>
                    <a:lstStyle/>
                    <a:p>
                      <a:pPr algn="ctr"/>
                      <a:r>
                        <a:rPr lang="en-US" b="1" dirty="0" smtClean="0"/>
                        <a:t>10</a:t>
                      </a:r>
                      <a:endParaRPr lang="en-US" b="1" dirty="0"/>
                    </a:p>
                  </a:txBody>
                  <a:tcPr anchor="ctr"/>
                </a:tc>
              </a:tr>
              <a:tr h="518205">
                <a:tc>
                  <a:txBody>
                    <a:bodyPr/>
                    <a:lstStyle/>
                    <a:p>
                      <a:r>
                        <a:rPr lang="en-US" dirty="0" smtClean="0"/>
                        <a:t>Followers</a:t>
                      </a:r>
                      <a:endParaRPr lang="en-US" dirty="0"/>
                    </a:p>
                  </a:txBody>
                  <a:tcPr anchor="ctr"/>
                </a:tc>
                <a:tc>
                  <a:txBody>
                    <a:bodyPr/>
                    <a:lstStyle/>
                    <a:p>
                      <a:pPr algn="ctr"/>
                      <a:r>
                        <a:rPr lang="en-US" b="1" dirty="0" smtClean="0"/>
                        <a:t> N/A</a:t>
                      </a:r>
                      <a:endParaRPr lang="en-US" b="1" dirty="0"/>
                    </a:p>
                  </a:txBody>
                  <a:tcPr anchor="ctr"/>
                </a:tc>
                <a:tc>
                  <a:txBody>
                    <a:bodyPr/>
                    <a:lstStyle/>
                    <a:p>
                      <a:pPr algn="ctr"/>
                      <a:r>
                        <a:rPr lang="en-US" b="1" dirty="0" smtClean="0"/>
                        <a:t>177</a:t>
                      </a:r>
                      <a:endParaRPr lang="en-US" b="1" dirty="0"/>
                    </a:p>
                  </a:txBody>
                  <a:tcPr anchor="ctr"/>
                </a:tc>
              </a:tr>
            </a:tbl>
          </a:graphicData>
        </a:graphic>
      </p:graphicFrame>
      <p:graphicFrame>
        <p:nvGraphicFramePr>
          <p:cNvPr id="11" name="Diagram 10"/>
          <p:cNvGraphicFramePr/>
          <p:nvPr>
            <p:extLst>
              <p:ext uri="{D42A27DB-BD31-4B8C-83A1-F6EECF244321}">
                <p14:modId xmlns:p14="http://schemas.microsoft.com/office/powerpoint/2010/main" val="1131800249"/>
              </p:ext>
            </p:extLst>
          </p:nvPr>
        </p:nvGraphicFramePr>
        <p:xfrm>
          <a:off x="626256" y="2978331"/>
          <a:ext cx="5360126" cy="340940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5"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sp>
        <p:nvSpPr>
          <p:cNvPr id="16" name="Content Placeholder 2"/>
          <p:cNvSpPr txBox="1">
            <a:spLocks/>
          </p:cNvSpPr>
          <p:nvPr/>
        </p:nvSpPr>
        <p:spPr>
          <a:xfrm>
            <a:off x="410402" y="1183566"/>
            <a:ext cx="5060442" cy="2935998"/>
          </a:xfrm>
          <a:prstGeom prst="rect">
            <a:avLst/>
          </a:prstGeom>
        </p:spPr>
        <p:txBody>
          <a:bodyPr vert="horz" lIns="91440" tIns="45720" rIns="91440" bIns="45720" rtlCol="0">
            <a:normAutofit/>
          </a:bodyPr>
          <a:lstStyle>
            <a:lvl1pPr marL="210312" indent="-210312" algn="l" defTabSz="914400" rtl="0" eaLnBrk="1" latinLnBrk="0" hangingPunct="1">
              <a:lnSpc>
                <a:spcPct val="90000"/>
              </a:lnSpc>
              <a:spcBef>
                <a:spcPts val="1100"/>
              </a:spcBef>
              <a:buFont typeface="Arial" panose="020B0604020202020204" pitchFamily="34" charset="0"/>
              <a:buChar char="•"/>
              <a:defRPr sz="2200" kern="1200">
                <a:solidFill>
                  <a:schemeClr val="tx1"/>
                </a:solidFill>
                <a:latin typeface="+mn-lt"/>
                <a:ea typeface="+mn-ea"/>
                <a:cs typeface="+mn-cs"/>
              </a:defRPr>
            </a:lvl1pPr>
            <a:lvl2pPr marL="438912" indent="-155448" algn="l" defTabSz="914400" rtl="0" eaLnBrk="1" latinLnBrk="0" hangingPunct="1">
              <a:lnSpc>
                <a:spcPct val="90000"/>
              </a:lnSpc>
              <a:spcBef>
                <a:spcPts val="400"/>
              </a:spcBef>
              <a:buFont typeface="Arial" panose="020B0604020202020204" pitchFamily="34" charset="0"/>
              <a:buChar char="•"/>
              <a:defRPr sz="1800" kern="1200">
                <a:solidFill>
                  <a:schemeClr val="tx1"/>
                </a:solidFill>
                <a:latin typeface="+mn-lt"/>
                <a:ea typeface="+mn-ea"/>
                <a:cs typeface="+mn-cs"/>
              </a:defRPr>
            </a:lvl2pPr>
            <a:lvl3pPr marL="676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3pPr>
            <a:lvl4pPr marL="905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4pPr>
            <a:lvl5pPr marL="11338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5pPr>
            <a:lvl6pPr marL="13624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6pPr>
            <a:lvl7pPr marL="15910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7pPr>
            <a:lvl8pPr marL="18196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8pPr>
            <a:lvl9pPr marL="2048256" indent="-155448" algn="l" defTabSz="914400" rtl="0" eaLnBrk="1" latinLnBrk="0" hangingPunct="1">
              <a:lnSpc>
                <a:spcPct val="90000"/>
              </a:lnSpc>
              <a:spcBef>
                <a:spcPts val="400"/>
              </a:spcBef>
              <a:buFont typeface="Arial" panose="020B0604020202020204" pitchFamily="34" charset="0"/>
              <a:buChar char="•"/>
              <a:defRPr sz="1600" kern="1200">
                <a:solidFill>
                  <a:schemeClr val="tx1"/>
                </a:solidFill>
                <a:latin typeface="+mn-lt"/>
                <a:ea typeface="+mn-ea"/>
                <a:cs typeface="+mn-cs"/>
              </a:defRPr>
            </a:lvl9pPr>
          </a:lstStyle>
          <a:p>
            <a:r>
              <a:rPr lang="en-US" dirty="0" smtClean="0"/>
              <a:t>Facebook Page</a:t>
            </a:r>
          </a:p>
          <a:p>
            <a:r>
              <a:rPr lang="en-US" dirty="0" smtClean="0"/>
              <a:t>Twitter </a:t>
            </a:r>
          </a:p>
          <a:p>
            <a:r>
              <a:rPr lang="en-US" dirty="0" smtClean="0"/>
              <a:t>Google Plus </a:t>
            </a:r>
          </a:p>
          <a:p>
            <a:r>
              <a:rPr lang="en-US" dirty="0" smtClean="0"/>
              <a:t>Linked In</a:t>
            </a:r>
          </a:p>
          <a:p>
            <a:pPr marL="0" indent="0">
              <a:buFont typeface="Arial" panose="020B0604020202020204" pitchFamily="34" charset="0"/>
              <a:buNone/>
            </a:pPr>
            <a:endParaRPr lang="en-US" dirty="0" smtClean="0"/>
          </a:p>
        </p:txBody>
      </p:sp>
      <p:sp>
        <p:nvSpPr>
          <p:cNvPr id="12"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Tree>
    <p:extLst>
      <p:ext uri="{BB962C8B-B14F-4D97-AF65-F5344CB8AC3E}">
        <p14:creationId xmlns:p14="http://schemas.microsoft.com/office/powerpoint/2010/main" val="44137041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t="-25000" b="-25000"/>
          </a:stretch>
        </a:blipFill>
        <a:effectLst/>
      </p:bgPr>
    </p:bg>
    <p:spTree>
      <p:nvGrpSpPr>
        <p:cNvPr id="1" name=""/>
        <p:cNvGrpSpPr/>
        <p:nvPr/>
      </p:nvGrpSpPr>
      <p:grpSpPr>
        <a:xfrm>
          <a:off x="0" y="0"/>
          <a:ext cx="0" cy="0"/>
          <a:chOff x="0" y="0"/>
          <a:chExt cx="0" cy="0"/>
        </a:xfrm>
      </p:grpSpPr>
      <p:graphicFrame>
        <p:nvGraphicFramePr>
          <p:cNvPr id="13" name="Content Placeholder 12"/>
          <p:cNvGraphicFramePr>
            <a:graphicFrameLocks noGrp="1"/>
          </p:cNvGraphicFramePr>
          <p:nvPr>
            <p:ph idx="1"/>
            <p:extLst>
              <p:ext uri="{D42A27DB-BD31-4B8C-83A1-F6EECF244321}">
                <p14:modId xmlns:p14="http://schemas.microsoft.com/office/powerpoint/2010/main" val="294320890"/>
              </p:ext>
            </p:extLst>
          </p:nvPr>
        </p:nvGraphicFramePr>
        <p:xfrm>
          <a:off x="-727165" y="0"/>
          <a:ext cx="7737566" cy="62832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p:cNvSpPr>
            <a:spLocks noGrp="1"/>
          </p:cNvSpPr>
          <p:nvPr>
            <p:ph type="sldNum" sz="quarter" idx="12"/>
          </p:nvPr>
        </p:nvSpPr>
        <p:spPr/>
        <p:txBody>
          <a:bodyPr/>
          <a:lstStyle/>
          <a:p>
            <a:fld id="{9CD8D479-8942-46E8-A226-A4E01F7A105C}" type="slidenum">
              <a:rPr lang="en-US" smtClean="0"/>
              <a:pPr/>
              <a:t>13</a:t>
            </a:fld>
            <a:endParaRPr lang="en-US" dirty="0"/>
          </a:p>
        </p:txBody>
      </p:sp>
      <p:sp>
        <p:nvSpPr>
          <p:cNvPr id="10" name="Date Placeholder 4"/>
          <p:cNvSpPr>
            <a:spLocks noGrp="1"/>
          </p:cNvSpPr>
          <p:nvPr>
            <p:ph type="dt" sz="half" idx="10"/>
          </p:nvPr>
        </p:nvSpPr>
        <p:spPr>
          <a:xfrm>
            <a:off x="410402" y="6629400"/>
            <a:ext cx="1160698" cy="228600"/>
          </a:xfrm>
        </p:spPr>
        <p:txBody>
          <a:bodyPr/>
          <a:lstStyle/>
          <a:p>
            <a:r>
              <a:rPr lang="en-US" sz="1050" dirty="0" smtClean="0">
                <a:solidFill>
                  <a:srgbClr val="8BAA00">
                    <a:lumMod val="75000"/>
                  </a:srgbClr>
                </a:solidFill>
              </a:rPr>
              <a:t>27-28 Feb 2016</a:t>
            </a:r>
            <a:endParaRPr lang="en-US" sz="1050" dirty="0">
              <a:solidFill>
                <a:srgbClr val="8BAA00">
                  <a:lumMod val="75000"/>
                </a:srgbClr>
              </a:solidFill>
            </a:endParaRPr>
          </a:p>
        </p:txBody>
      </p:sp>
      <p:sp>
        <p:nvSpPr>
          <p:cNvPr id="11"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pic>
        <p:nvPicPr>
          <p:cNvPr id="15" name="Picture 14" descr="download.jpg"/>
          <p:cNvPicPr>
            <a:picLocks noChangeAspect="1"/>
          </p:cNvPicPr>
          <p:nvPr/>
        </p:nvPicPr>
        <p:blipFill>
          <a:blip r:embed="rId8" cstate="print"/>
          <a:stretch>
            <a:fillRect/>
          </a:stretch>
        </p:blipFill>
        <p:spPr>
          <a:xfrm>
            <a:off x="6692468" y="914398"/>
            <a:ext cx="4573208" cy="4794069"/>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3" name="Rectangle 2"/>
          <p:cNvSpPr/>
          <p:nvPr/>
        </p:nvSpPr>
        <p:spPr>
          <a:xfrm>
            <a:off x="-386861" y="445476"/>
            <a:ext cx="1172308" cy="1323439"/>
          </a:xfrm>
          <a:prstGeom prst="rect">
            <a:avLst/>
          </a:prstGeom>
          <a:noFill/>
        </p:spPr>
        <p:txBody>
          <a:bodyPr wrap="square" lIns="91440" tIns="45720" rIns="91440" bIns="45720">
            <a:spAutoFit/>
          </a:bodyPr>
          <a:lstStyle/>
          <a:p>
            <a:pPr algn="ctr"/>
            <a:r>
              <a:rPr lang="en-US" sz="8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1</a:t>
            </a:r>
            <a:endParaRPr lang="en-US" sz="8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4" name="Rectangle 3"/>
          <p:cNvSpPr/>
          <p:nvPr/>
        </p:nvSpPr>
        <p:spPr>
          <a:xfrm>
            <a:off x="-128954" y="2275675"/>
            <a:ext cx="1359877" cy="1323439"/>
          </a:xfrm>
          <a:prstGeom prst="rect">
            <a:avLst/>
          </a:prstGeom>
          <a:noFill/>
        </p:spPr>
        <p:txBody>
          <a:bodyPr wrap="square" lIns="91440" tIns="45720" rIns="91440" bIns="45720">
            <a:spAutoFit/>
          </a:bodyPr>
          <a:lstStyle/>
          <a:p>
            <a:pPr algn="ctr"/>
            <a:r>
              <a:rPr lang="en-US" sz="8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2</a:t>
            </a:r>
            <a:endParaRPr lang="en-US" sz="8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5" name="Rectangle 4"/>
          <p:cNvSpPr/>
          <p:nvPr/>
        </p:nvSpPr>
        <p:spPr>
          <a:xfrm>
            <a:off x="-679938" y="4278923"/>
            <a:ext cx="1559169" cy="1107996"/>
          </a:xfrm>
          <a:prstGeom prst="rect">
            <a:avLst/>
          </a:prstGeom>
          <a:noFill/>
        </p:spPr>
        <p:txBody>
          <a:bodyPr wrap="square" lIns="91440" tIns="45720" rIns="91440" bIns="45720">
            <a:spAutoFit/>
          </a:bodyPr>
          <a:lstStyle/>
          <a:p>
            <a:pPr algn="ctr"/>
            <a:r>
              <a:rPr lang="en-US" sz="66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3</a:t>
            </a:r>
            <a:endParaRPr lang="en-US" sz="66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334603188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6246" y="2117949"/>
            <a:ext cx="6029011" cy="2032019"/>
          </a:xfrm>
        </p:spPr>
        <p:txBody>
          <a:bodyPr>
            <a:normAutofit/>
          </a:bodyPr>
          <a:lstStyle/>
          <a:p>
            <a:r>
              <a:rPr lang="en-US" sz="8000" dirty="0" smtClean="0"/>
              <a:t>THANK YOU</a:t>
            </a:r>
            <a:endParaRPr lang="en-IN" sz="8000" dirty="0">
              <a:solidFill>
                <a:srgbClr val="FF0000"/>
              </a:solidFill>
            </a:endParaRPr>
          </a:p>
        </p:txBody>
      </p:sp>
      <p:sp>
        <p:nvSpPr>
          <p:cNvPr id="5" name="Slide Number Placeholder 4"/>
          <p:cNvSpPr>
            <a:spLocks noGrp="1"/>
          </p:cNvSpPr>
          <p:nvPr>
            <p:ph type="sldNum" sz="quarter" idx="12"/>
          </p:nvPr>
        </p:nvSpPr>
        <p:spPr/>
        <p:txBody>
          <a:bodyPr/>
          <a:lstStyle/>
          <a:p>
            <a:fld id="{9CD8D479-8942-46E8-A226-A4E01F7A105C}" type="slidenum">
              <a:rPr lang="en-IN" smtClean="0"/>
              <a:pPr/>
              <a:t>14</a:t>
            </a:fld>
            <a:endParaRPr lang="en-IN"/>
          </a:p>
        </p:txBody>
      </p:sp>
      <p:sp>
        <p:nvSpPr>
          <p:cNvPr id="6" name="Date Placeholder 4"/>
          <p:cNvSpPr>
            <a:spLocks noGrp="1"/>
          </p:cNvSpPr>
          <p:nvPr>
            <p:ph type="dt" sz="half" idx="10"/>
          </p:nvPr>
        </p:nvSpPr>
        <p:spPr>
          <a:xfrm>
            <a:off x="570438" y="6629400"/>
            <a:ext cx="1000662" cy="228600"/>
          </a:xfrm>
        </p:spPr>
        <p:txBody>
          <a:bodyPr/>
          <a:lstStyle/>
          <a:p>
            <a:r>
              <a:rPr lang="en-US" dirty="0" smtClean="0">
                <a:solidFill>
                  <a:srgbClr val="8BAA00">
                    <a:lumMod val="75000"/>
                  </a:srgbClr>
                </a:solidFill>
              </a:rPr>
              <a:t>27-28 Feb 2016</a:t>
            </a:r>
            <a:endParaRPr lang="en-US" dirty="0">
              <a:solidFill>
                <a:srgbClr val="8BAA00">
                  <a:lumMod val="75000"/>
                </a:srgbClr>
              </a:solidFill>
            </a:endParaRPr>
          </a:p>
        </p:txBody>
      </p:sp>
      <p:sp>
        <p:nvSpPr>
          <p:cNvPr id="7" name="Footer Placeholder 5"/>
          <p:cNvSpPr>
            <a:spLocks noGrp="1"/>
          </p:cNvSpPr>
          <p:nvPr>
            <p:ph type="ftr" sz="quarter" idx="11"/>
          </p:nvPr>
        </p:nvSpPr>
        <p:spPr>
          <a:xfrm>
            <a:off x="1777053" y="6629400"/>
            <a:ext cx="9144259" cy="228600"/>
          </a:xfrm>
        </p:spPr>
        <p:txBody>
          <a:bodyPr/>
          <a:lstStyle/>
          <a:p>
            <a:r>
              <a:rPr lang="en-US" dirty="0" smtClean="0">
                <a:solidFill>
                  <a:srgbClr val="8BAA00">
                    <a:lumMod val="75000"/>
                  </a:srgbClr>
                </a:solidFill>
              </a:rPr>
              <a:t>EWB IIT KHARAGPUR</a:t>
            </a:r>
            <a:endParaRPr lang="en-US" dirty="0">
              <a:solidFill>
                <a:srgbClr val="8BAA00">
                  <a:lumMod val="75000"/>
                </a:srgbClr>
              </a:solidFill>
            </a:endParaRPr>
          </a:p>
        </p:txBody>
      </p:sp>
    </p:spTree>
    <p:extLst>
      <p:ext uri="{BB962C8B-B14F-4D97-AF65-F5344CB8AC3E}">
        <p14:creationId xmlns:p14="http://schemas.microsoft.com/office/powerpoint/2010/main" val="845355716"/>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Ecology 16x9">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270532A-D598-4F6B-B05D-F62B681804A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Nature ecology education photo presentation</Template>
  <TotalTime>0</TotalTime>
  <Words>2378</Words>
  <Application>Microsoft Office PowerPoint</Application>
  <PresentationFormat>Widescreen</PresentationFormat>
  <Paragraphs>223</Paragraphs>
  <Slides>14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Adobe Arabic</vt:lpstr>
      <vt:lpstr>Arial</vt:lpstr>
      <vt:lpstr>Corbel</vt:lpstr>
      <vt:lpstr>Wingdings</vt:lpstr>
      <vt:lpstr>Ecology 16x9</vt:lpstr>
      <vt:lpstr>EWB INDIA IIT KHARAGPUR 2015-2016  </vt:lpstr>
      <vt:lpstr>Annual Report</vt:lpstr>
      <vt:lpstr>PowerPoint Presentation</vt:lpstr>
      <vt:lpstr>PowerPoint Presentation</vt:lpstr>
      <vt:lpstr>PowerPoint Presentation</vt:lpstr>
      <vt:lpstr>PowerPoint Presentation</vt:lpstr>
      <vt:lpstr>PowerPoint Presentation</vt:lpstr>
      <vt:lpstr>PowerPoint Presentation</vt:lpstr>
      <vt:lpstr>a) Biogas Plant </vt:lpstr>
      <vt:lpstr>b) Vetiver Project</vt:lpstr>
      <vt:lpstr>PowerPoint Presentation</vt:lpstr>
      <vt:lpstr>Social Media Tools </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2013-05-11T11:40:17Z</dcterms:created>
  <dcterms:modified xsi:type="dcterms:W3CDTF">2016-02-26T04:16:26Z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TC030988899991</vt:lpwstr>
  </property>
</Properties>
</file>