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4" r:id="rId1"/>
  </p:sldMasterIdLst>
  <p:notesMasterIdLst>
    <p:notesMasterId r:id="rId14"/>
  </p:notesMasterIdLst>
  <p:sldIdLst>
    <p:sldId id="256" r:id="rId2"/>
    <p:sldId id="310" r:id="rId3"/>
    <p:sldId id="319" r:id="rId4"/>
    <p:sldId id="312" r:id="rId5"/>
    <p:sldId id="311" r:id="rId6"/>
    <p:sldId id="320" r:id="rId7"/>
    <p:sldId id="314" r:id="rId8"/>
    <p:sldId id="315" r:id="rId9"/>
    <p:sldId id="321" r:id="rId10"/>
    <p:sldId id="322" r:id="rId11"/>
    <p:sldId id="318" r:id="rId12"/>
    <p:sldId id="280"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186E72"/>
    <a:srgbClr val="226168"/>
    <a:srgbClr val="2F5B2F"/>
    <a:srgbClr val="B60C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p:cViewPr varScale="1">
        <p:scale>
          <a:sx n="65" d="100"/>
          <a:sy n="65" d="100"/>
        </p:scale>
        <p:origin x="1560" y="60"/>
      </p:cViewPr>
      <p:guideLst>
        <p:guide orient="horz" pos="2160"/>
        <p:guide pos="2880"/>
      </p:guideLst>
    </p:cSldViewPr>
  </p:slideViewPr>
  <p:notesTextViewPr>
    <p:cViewPr>
      <p:scale>
        <a:sx n="125" d="100"/>
        <a:sy n="125"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jpeg"/></Relationships>
</file>

<file path=ppt/diagrams/colors1.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A9434B-9C98-479A-8B4A-7281410AF11B}" type="doc">
      <dgm:prSet loTypeId="urn:microsoft.com/office/officeart/2005/8/layout/hList7#1" loCatId="list" qsTypeId="urn:microsoft.com/office/officeart/2005/8/quickstyle/simple3" qsCatId="simple" csTypeId="urn:microsoft.com/office/officeart/2005/8/colors/accent3_5" csCatId="accent3" phldr="1"/>
      <dgm:spPr/>
      <dgm:t>
        <a:bodyPr/>
        <a:lstStyle/>
        <a:p>
          <a:endParaRPr lang="en-US"/>
        </a:p>
      </dgm:t>
    </dgm:pt>
    <dgm:pt modelId="{122F67D0-8A74-4F34-B168-DA3C90C071CC}">
      <dgm:prSet phldrT="[Text]"/>
      <dgm:spPr/>
      <dgm:t>
        <a:bodyPr/>
        <a:lstStyle/>
        <a:p>
          <a:pPr algn="l"/>
          <a:r>
            <a:rPr lang="en-IN" sz="1700" b="1" dirty="0" smtClean="0">
              <a:latin typeface="Andalus" panose="02020603050405020304" pitchFamily="18" charset="-78"/>
              <a:cs typeface="Andalus" panose="02020603050405020304" pitchFamily="18" charset="-78"/>
            </a:rPr>
            <a:t>UDAY:  The Teaching Project</a:t>
          </a:r>
          <a:endParaRPr lang="en-US" sz="1700" dirty="0">
            <a:latin typeface="Andalus" panose="02020603050405020304" pitchFamily="18" charset="-78"/>
            <a:cs typeface="Andalus" panose="02020603050405020304" pitchFamily="18" charset="-78"/>
          </a:endParaRPr>
        </a:p>
      </dgm:t>
    </dgm:pt>
    <dgm:pt modelId="{5A420C0E-ACAE-4435-82CF-75EE5464EE0A}" type="parTrans" cxnId="{00496A50-B348-4181-BA14-FE49D24A672D}">
      <dgm:prSet/>
      <dgm:spPr/>
      <dgm:t>
        <a:bodyPr/>
        <a:lstStyle/>
        <a:p>
          <a:endParaRPr lang="en-US"/>
        </a:p>
      </dgm:t>
    </dgm:pt>
    <dgm:pt modelId="{29FFC3F9-134C-4F3D-9843-3AC1DDF66C8D}" type="sibTrans" cxnId="{00496A50-B348-4181-BA14-FE49D24A672D}">
      <dgm:prSet/>
      <dgm:spPr/>
      <dgm:t>
        <a:bodyPr/>
        <a:lstStyle/>
        <a:p>
          <a:endParaRPr lang="en-US"/>
        </a:p>
      </dgm:t>
    </dgm:pt>
    <dgm:pt modelId="{B06121E6-3C2E-4627-88A0-4FB9F38A83EA}">
      <dgm:prSet phldrT="[Text]" custT="1"/>
      <dgm:spPr/>
      <dgm:t>
        <a:bodyPr/>
        <a:lstStyle/>
        <a:p>
          <a:pPr algn="just"/>
          <a:r>
            <a:rPr lang="en-IN" sz="1400" dirty="0" smtClean="0">
              <a:latin typeface="Andalus" panose="02020603050405020304" pitchFamily="18" charset="-78"/>
              <a:cs typeface="Andalus" panose="02020603050405020304" pitchFamily="18" charset="-78"/>
            </a:rPr>
            <a:t>This project is focused on the migrating working labours at the construction site of the college and their kids</a:t>
          </a:r>
          <a:endParaRPr lang="en-US" sz="1400" dirty="0">
            <a:latin typeface="Andalus" panose="02020603050405020304" pitchFamily="18" charset="-78"/>
            <a:cs typeface="Andalus" panose="02020603050405020304" pitchFamily="18" charset="-78"/>
          </a:endParaRPr>
        </a:p>
      </dgm:t>
    </dgm:pt>
    <dgm:pt modelId="{FF704376-9904-48A6-9183-7EFBD11533EC}" type="parTrans" cxnId="{293DAA53-9682-4A76-825B-87DBF4AB0A04}">
      <dgm:prSet/>
      <dgm:spPr/>
      <dgm:t>
        <a:bodyPr/>
        <a:lstStyle/>
        <a:p>
          <a:endParaRPr lang="en-US"/>
        </a:p>
      </dgm:t>
    </dgm:pt>
    <dgm:pt modelId="{C51E4DE9-100D-49A9-A316-EC8DBF58E618}" type="sibTrans" cxnId="{293DAA53-9682-4A76-825B-87DBF4AB0A04}">
      <dgm:prSet/>
      <dgm:spPr/>
      <dgm:t>
        <a:bodyPr/>
        <a:lstStyle/>
        <a:p>
          <a:endParaRPr lang="en-US"/>
        </a:p>
      </dgm:t>
    </dgm:pt>
    <dgm:pt modelId="{CFC0DA1E-D856-4B35-889D-7C30C61707B1}">
      <dgm:prSet phldrT="[Text]" custT="1"/>
      <dgm:spPr/>
      <dgm:t>
        <a:bodyPr/>
        <a:lstStyle/>
        <a:p>
          <a:pPr algn="l"/>
          <a:r>
            <a:rPr lang="en-IN" sz="1700" b="1" dirty="0" smtClean="0">
              <a:latin typeface="Andalus" panose="02020603050405020304" pitchFamily="18" charset="-78"/>
              <a:cs typeface="Andalus" panose="02020603050405020304" pitchFamily="18" charset="-78"/>
            </a:rPr>
            <a:t>POSHAN: The Nourishment Project</a:t>
          </a:r>
          <a:endParaRPr lang="en-US" sz="1700" b="1" dirty="0">
            <a:latin typeface="Andalus" panose="02020603050405020304" pitchFamily="18" charset="-78"/>
            <a:cs typeface="Andalus" panose="02020603050405020304" pitchFamily="18" charset="-78"/>
          </a:endParaRPr>
        </a:p>
      </dgm:t>
    </dgm:pt>
    <dgm:pt modelId="{63D9595B-A4FD-43FF-8587-6B95F16CFD0C}" type="parTrans" cxnId="{0B801085-AAA4-4373-ABD0-F7589B4A1AC1}">
      <dgm:prSet/>
      <dgm:spPr/>
      <dgm:t>
        <a:bodyPr/>
        <a:lstStyle/>
        <a:p>
          <a:endParaRPr lang="en-US"/>
        </a:p>
      </dgm:t>
    </dgm:pt>
    <dgm:pt modelId="{4387D0A4-2687-4C5E-91BA-7DB58A2384D2}" type="sibTrans" cxnId="{0B801085-AAA4-4373-ABD0-F7589B4A1AC1}">
      <dgm:prSet/>
      <dgm:spPr/>
      <dgm:t>
        <a:bodyPr/>
        <a:lstStyle/>
        <a:p>
          <a:endParaRPr lang="en-US"/>
        </a:p>
      </dgm:t>
    </dgm:pt>
    <dgm:pt modelId="{88A22C76-5778-4312-8335-DE56E9D4DAD5}">
      <dgm:prSet phldrT="[Text]" custT="1"/>
      <dgm:spPr/>
      <dgm:t>
        <a:bodyPr/>
        <a:lstStyle/>
        <a:p>
          <a:pPr algn="just"/>
          <a:r>
            <a:rPr lang="en-IN" sz="1400" dirty="0" smtClean="0">
              <a:latin typeface="Andalus" panose="02020603050405020304" pitchFamily="18" charset="-78"/>
              <a:cs typeface="Andalus" panose="02020603050405020304" pitchFamily="18" charset="-78"/>
            </a:rPr>
            <a:t>This project is also focused on the kids of the labour and was started keeping in mind the adverse effects of malnutrition.</a:t>
          </a:r>
          <a:endParaRPr lang="en-US" sz="1400" dirty="0">
            <a:latin typeface="Andalus" panose="02020603050405020304" pitchFamily="18" charset="-78"/>
            <a:cs typeface="Andalus" panose="02020603050405020304" pitchFamily="18" charset="-78"/>
          </a:endParaRPr>
        </a:p>
      </dgm:t>
    </dgm:pt>
    <dgm:pt modelId="{FF741DBD-8B50-433E-9A2E-79E714417670}" type="parTrans" cxnId="{BE0CE8CA-8B3A-41B9-ADBD-AE4F8F72C077}">
      <dgm:prSet/>
      <dgm:spPr/>
      <dgm:t>
        <a:bodyPr/>
        <a:lstStyle/>
        <a:p>
          <a:endParaRPr lang="en-US"/>
        </a:p>
      </dgm:t>
    </dgm:pt>
    <dgm:pt modelId="{1651739A-CB76-4B71-8444-4D88F85419E5}" type="sibTrans" cxnId="{BE0CE8CA-8B3A-41B9-ADBD-AE4F8F72C077}">
      <dgm:prSet/>
      <dgm:spPr/>
      <dgm:t>
        <a:bodyPr/>
        <a:lstStyle/>
        <a:p>
          <a:endParaRPr lang="en-US"/>
        </a:p>
      </dgm:t>
    </dgm:pt>
    <dgm:pt modelId="{86520F35-13A5-4BC1-8B6B-48E5FD7CE4F5}">
      <dgm:prSet phldrT="[Text]" custT="1"/>
      <dgm:spPr/>
      <dgm:t>
        <a:bodyPr/>
        <a:lstStyle/>
        <a:p>
          <a:pPr algn="l"/>
          <a:r>
            <a:rPr lang="en-IN" sz="1700" b="1" dirty="0" smtClean="0">
              <a:latin typeface="Andalus" panose="02020603050405020304" pitchFamily="18" charset="-78"/>
              <a:cs typeface="Andalus" panose="02020603050405020304" pitchFamily="18" charset="-78"/>
            </a:rPr>
            <a:t>AMBEDKAR BASTI: The Community Project</a:t>
          </a:r>
          <a:endParaRPr lang="en-US" sz="1700" b="1" dirty="0">
            <a:latin typeface="Andalus" panose="02020603050405020304" pitchFamily="18" charset="-78"/>
            <a:cs typeface="Andalus" panose="02020603050405020304" pitchFamily="18" charset="-78"/>
          </a:endParaRPr>
        </a:p>
      </dgm:t>
    </dgm:pt>
    <dgm:pt modelId="{0524BF61-06CA-433E-ABBB-E92452E0181D}" type="parTrans" cxnId="{5237C291-D84B-49F0-88DA-AB84F8A0E907}">
      <dgm:prSet/>
      <dgm:spPr/>
      <dgm:t>
        <a:bodyPr/>
        <a:lstStyle/>
        <a:p>
          <a:endParaRPr lang="en-US"/>
        </a:p>
      </dgm:t>
    </dgm:pt>
    <dgm:pt modelId="{91E67B22-9BEF-4E1B-A40E-ACEA7EAE786F}" type="sibTrans" cxnId="{5237C291-D84B-49F0-88DA-AB84F8A0E907}">
      <dgm:prSet/>
      <dgm:spPr/>
      <dgm:t>
        <a:bodyPr/>
        <a:lstStyle/>
        <a:p>
          <a:endParaRPr lang="en-US"/>
        </a:p>
      </dgm:t>
    </dgm:pt>
    <dgm:pt modelId="{58B8A9A6-524A-4CA4-88C1-CEA4196DB8C1}">
      <dgm:prSet phldrT="[Text]" custT="1"/>
      <dgm:spPr/>
      <dgm:t>
        <a:bodyPr/>
        <a:lstStyle/>
        <a:p>
          <a:pPr algn="l"/>
          <a:r>
            <a:rPr lang="en-IN" sz="1400" dirty="0" smtClean="0">
              <a:latin typeface="Andalus" panose="02020603050405020304" pitchFamily="18" charset="-78"/>
              <a:cs typeface="Andalus" panose="02020603050405020304" pitchFamily="18" charset="-78"/>
            </a:rPr>
            <a:t>This project is focused on the development of the nearby </a:t>
          </a:r>
          <a:r>
            <a:rPr lang="en-IN" sz="1400" dirty="0" err="1" smtClean="0">
              <a:latin typeface="Andalus" panose="02020603050405020304" pitchFamily="18" charset="-78"/>
              <a:cs typeface="Andalus" panose="02020603050405020304" pitchFamily="18" charset="-78"/>
            </a:rPr>
            <a:t>basti</a:t>
          </a:r>
          <a:r>
            <a:rPr lang="en-IN" sz="1400" dirty="0" smtClean="0">
              <a:latin typeface="Andalus" panose="02020603050405020304" pitchFamily="18" charset="-78"/>
              <a:cs typeface="Andalus" panose="02020603050405020304" pitchFamily="18" charset="-78"/>
            </a:rPr>
            <a:t> called the Ambedkar </a:t>
          </a:r>
          <a:r>
            <a:rPr lang="en-IN" sz="1400" dirty="0" err="1" smtClean="0">
              <a:latin typeface="Andalus" panose="02020603050405020304" pitchFamily="18" charset="-78"/>
              <a:cs typeface="Andalus" panose="02020603050405020304" pitchFamily="18" charset="-78"/>
            </a:rPr>
            <a:t>Basti</a:t>
          </a:r>
          <a:r>
            <a:rPr lang="en-IN" sz="1400" dirty="0" smtClean="0">
              <a:latin typeface="Andalus" panose="02020603050405020304" pitchFamily="18" charset="-78"/>
              <a:cs typeface="Andalus" panose="02020603050405020304" pitchFamily="18" charset="-78"/>
            </a:rPr>
            <a:t>.</a:t>
          </a:r>
          <a:endParaRPr lang="en-US" sz="1400" dirty="0">
            <a:latin typeface="Andalus" panose="02020603050405020304" pitchFamily="18" charset="-78"/>
            <a:cs typeface="Andalus" panose="02020603050405020304" pitchFamily="18" charset="-78"/>
          </a:endParaRPr>
        </a:p>
      </dgm:t>
    </dgm:pt>
    <dgm:pt modelId="{190BE4D1-60BF-4ED2-8E46-629A0D007C66}" type="parTrans" cxnId="{F36CEDAD-9A42-45DA-A918-C9595588B611}">
      <dgm:prSet/>
      <dgm:spPr/>
      <dgm:t>
        <a:bodyPr/>
        <a:lstStyle/>
        <a:p>
          <a:endParaRPr lang="en-US"/>
        </a:p>
      </dgm:t>
    </dgm:pt>
    <dgm:pt modelId="{BEE3C239-59F3-4A4C-A21F-BE029416B536}" type="sibTrans" cxnId="{F36CEDAD-9A42-45DA-A918-C9595588B611}">
      <dgm:prSet/>
      <dgm:spPr/>
      <dgm:t>
        <a:bodyPr/>
        <a:lstStyle/>
        <a:p>
          <a:endParaRPr lang="en-US"/>
        </a:p>
      </dgm:t>
    </dgm:pt>
    <dgm:pt modelId="{EA500A18-E3DC-4850-A930-F933698DFF7C}" type="pres">
      <dgm:prSet presAssocID="{EDA9434B-9C98-479A-8B4A-7281410AF11B}" presName="Name0" presStyleCnt="0">
        <dgm:presLayoutVars>
          <dgm:dir/>
          <dgm:resizeHandles val="exact"/>
        </dgm:presLayoutVars>
      </dgm:prSet>
      <dgm:spPr/>
      <dgm:t>
        <a:bodyPr/>
        <a:lstStyle/>
        <a:p>
          <a:endParaRPr lang="en-US"/>
        </a:p>
      </dgm:t>
    </dgm:pt>
    <dgm:pt modelId="{7939CF95-5C74-47BA-AAC3-9D5DA3F015DF}" type="pres">
      <dgm:prSet presAssocID="{EDA9434B-9C98-479A-8B4A-7281410AF11B}" presName="fgShape" presStyleLbl="fgShp" presStyleIdx="0" presStyleCnt="1" custFlipVert="1" custScaleX="92568" custScaleY="8207" custLinFactNeighborX="-565" custLinFactNeighborY="56813"/>
      <dgm:spPr/>
    </dgm:pt>
    <dgm:pt modelId="{A017C71B-237E-460C-826A-00B786BCA6D7}" type="pres">
      <dgm:prSet presAssocID="{EDA9434B-9C98-479A-8B4A-7281410AF11B}" presName="linComp" presStyleCnt="0"/>
      <dgm:spPr/>
    </dgm:pt>
    <dgm:pt modelId="{618301B2-672E-41B3-B579-7AB2DCAC83C6}" type="pres">
      <dgm:prSet presAssocID="{122F67D0-8A74-4F34-B168-DA3C90C071CC}" presName="compNode" presStyleCnt="0"/>
      <dgm:spPr/>
    </dgm:pt>
    <dgm:pt modelId="{BCF446BE-30DC-432A-9812-3407535DBB4C}" type="pres">
      <dgm:prSet presAssocID="{122F67D0-8A74-4F34-B168-DA3C90C071CC}" presName="bkgdShape" presStyleLbl="node1" presStyleIdx="0" presStyleCnt="3" custScaleX="91645" custScaleY="100000" custLinFactNeighborX="796" custLinFactNeighborY="-1136"/>
      <dgm:spPr/>
      <dgm:t>
        <a:bodyPr/>
        <a:lstStyle/>
        <a:p>
          <a:endParaRPr lang="en-US"/>
        </a:p>
      </dgm:t>
    </dgm:pt>
    <dgm:pt modelId="{6E3A1C7D-1C3D-4A6A-AC15-D3EB839EE972}" type="pres">
      <dgm:prSet presAssocID="{122F67D0-8A74-4F34-B168-DA3C90C071CC}" presName="nodeTx" presStyleLbl="node1" presStyleIdx="0" presStyleCnt="3">
        <dgm:presLayoutVars>
          <dgm:bulletEnabled val="1"/>
        </dgm:presLayoutVars>
      </dgm:prSet>
      <dgm:spPr/>
      <dgm:t>
        <a:bodyPr/>
        <a:lstStyle/>
        <a:p>
          <a:endParaRPr lang="en-US"/>
        </a:p>
      </dgm:t>
    </dgm:pt>
    <dgm:pt modelId="{5767D8CC-9EEA-4F87-8CF3-8B22339FD619}" type="pres">
      <dgm:prSet presAssocID="{122F67D0-8A74-4F34-B168-DA3C90C071CC}" presName="invisiNode" presStyleLbl="node1" presStyleIdx="0" presStyleCnt="3"/>
      <dgm:spPr/>
    </dgm:pt>
    <dgm:pt modelId="{59127AF7-EDED-4B36-9B84-750FEEB046C9}" type="pres">
      <dgm:prSet presAssocID="{122F67D0-8A74-4F34-B168-DA3C90C071CC}" presName="imagNode" presStyleLbl="fgImgPlace1" presStyleIdx="0" presStyleCnt="3" custLinFactNeighborX="3113" custLinFactNeighborY="-2466"/>
      <dgm:spPr>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dgm:spPr>
      <dgm:t>
        <a:bodyPr/>
        <a:lstStyle/>
        <a:p>
          <a:endParaRPr lang="en-US"/>
        </a:p>
      </dgm:t>
    </dgm:pt>
    <dgm:pt modelId="{55C43DCA-5B6E-4BD7-BA5D-D5560C530DE3}" type="pres">
      <dgm:prSet presAssocID="{29FFC3F9-134C-4F3D-9843-3AC1DDF66C8D}" presName="sibTrans" presStyleLbl="sibTrans2D1" presStyleIdx="0" presStyleCnt="0"/>
      <dgm:spPr/>
      <dgm:t>
        <a:bodyPr/>
        <a:lstStyle/>
        <a:p>
          <a:endParaRPr lang="en-US"/>
        </a:p>
      </dgm:t>
    </dgm:pt>
    <dgm:pt modelId="{6D4946F7-2E2E-4492-8A43-4AAF2BC9AF56}" type="pres">
      <dgm:prSet presAssocID="{CFC0DA1E-D856-4B35-889D-7C30C61707B1}" presName="compNode" presStyleCnt="0"/>
      <dgm:spPr/>
    </dgm:pt>
    <dgm:pt modelId="{CF4DA2F6-AB07-4E40-B45A-6A019BE03245}" type="pres">
      <dgm:prSet presAssocID="{CFC0DA1E-D856-4B35-889D-7C30C61707B1}" presName="bkgdShape" presStyleLbl="node1" presStyleIdx="1" presStyleCnt="3" custLinFactNeighborX="-378" custLinFactNeighborY="1529"/>
      <dgm:spPr/>
      <dgm:t>
        <a:bodyPr/>
        <a:lstStyle/>
        <a:p>
          <a:endParaRPr lang="en-US"/>
        </a:p>
      </dgm:t>
    </dgm:pt>
    <dgm:pt modelId="{B4EC4F8A-2CC3-4B02-9A4F-8BA319248F6B}" type="pres">
      <dgm:prSet presAssocID="{CFC0DA1E-D856-4B35-889D-7C30C61707B1}" presName="nodeTx" presStyleLbl="node1" presStyleIdx="1" presStyleCnt="3">
        <dgm:presLayoutVars>
          <dgm:bulletEnabled val="1"/>
        </dgm:presLayoutVars>
      </dgm:prSet>
      <dgm:spPr/>
      <dgm:t>
        <a:bodyPr/>
        <a:lstStyle/>
        <a:p>
          <a:endParaRPr lang="en-US"/>
        </a:p>
      </dgm:t>
    </dgm:pt>
    <dgm:pt modelId="{9E571E87-E706-463C-B188-60B631EFA839}" type="pres">
      <dgm:prSet presAssocID="{CFC0DA1E-D856-4B35-889D-7C30C61707B1}" presName="invisiNode" presStyleLbl="node1" presStyleIdx="1" presStyleCnt="3"/>
      <dgm:spPr/>
    </dgm:pt>
    <dgm:pt modelId="{2DBFDA57-2E42-472A-AB08-F161225FCE18}" type="pres">
      <dgm:prSet presAssocID="{CFC0DA1E-D856-4B35-889D-7C30C61707B1}" presName="imagNode" presStyleLbl="fgImgPlac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dgm:spPr>
      <dgm:t>
        <a:bodyPr/>
        <a:lstStyle/>
        <a:p>
          <a:endParaRPr lang="en-US"/>
        </a:p>
      </dgm:t>
    </dgm:pt>
    <dgm:pt modelId="{0255B2D0-AF4F-4FC2-8BCD-87CACA07711B}" type="pres">
      <dgm:prSet presAssocID="{4387D0A4-2687-4C5E-91BA-7DB58A2384D2}" presName="sibTrans" presStyleLbl="sibTrans2D1" presStyleIdx="0" presStyleCnt="0"/>
      <dgm:spPr/>
      <dgm:t>
        <a:bodyPr/>
        <a:lstStyle/>
        <a:p>
          <a:endParaRPr lang="en-US"/>
        </a:p>
      </dgm:t>
    </dgm:pt>
    <dgm:pt modelId="{8253E5BB-BB61-402F-A4B7-50F7D0A3F8C0}" type="pres">
      <dgm:prSet presAssocID="{86520F35-13A5-4BC1-8B6B-48E5FD7CE4F5}" presName="compNode" presStyleCnt="0"/>
      <dgm:spPr/>
    </dgm:pt>
    <dgm:pt modelId="{1ADFF718-B3E4-4717-9454-0DE2330AC31F}" type="pres">
      <dgm:prSet presAssocID="{86520F35-13A5-4BC1-8B6B-48E5FD7CE4F5}" presName="bkgdShape" presStyleLbl="node1" presStyleIdx="2" presStyleCnt="3" custLinFactNeighborY="-12464"/>
      <dgm:spPr/>
      <dgm:t>
        <a:bodyPr/>
        <a:lstStyle/>
        <a:p>
          <a:endParaRPr lang="en-US"/>
        </a:p>
      </dgm:t>
    </dgm:pt>
    <dgm:pt modelId="{E709457C-AA3C-43D1-A345-8C2C761CAFAA}" type="pres">
      <dgm:prSet presAssocID="{86520F35-13A5-4BC1-8B6B-48E5FD7CE4F5}" presName="nodeTx" presStyleLbl="node1" presStyleIdx="2" presStyleCnt="3">
        <dgm:presLayoutVars>
          <dgm:bulletEnabled val="1"/>
        </dgm:presLayoutVars>
      </dgm:prSet>
      <dgm:spPr/>
      <dgm:t>
        <a:bodyPr/>
        <a:lstStyle/>
        <a:p>
          <a:endParaRPr lang="en-US"/>
        </a:p>
      </dgm:t>
    </dgm:pt>
    <dgm:pt modelId="{36EC1944-2E35-4B65-AE8E-171AF3249E4D}" type="pres">
      <dgm:prSet presAssocID="{86520F35-13A5-4BC1-8B6B-48E5FD7CE4F5}" presName="invisiNode" presStyleLbl="node1" presStyleIdx="2" presStyleCnt="3"/>
      <dgm:spPr/>
    </dgm:pt>
    <dgm:pt modelId="{705E3698-C7D5-425F-BEBF-657935B9C070}" type="pres">
      <dgm:prSet presAssocID="{86520F35-13A5-4BC1-8B6B-48E5FD7CE4F5}" presName="imagNode" presStyleLbl="fgImgPlac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dgm:spPr>
      <dgm:t>
        <a:bodyPr/>
        <a:lstStyle/>
        <a:p>
          <a:endParaRPr lang="en-US"/>
        </a:p>
      </dgm:t>
    </dgm:pt>
  </dgm:ptLst>
  <dgm:cxnLst>
    <dgm:cxn modelId="{36174DC1-BBD7-45C3-B0F2-9C45E7F391DE}" type="presOf" srcId="{58B8A9A6-524A-4CA4-88C1-CEA4196DB8C1}" destId="{E709457C-AA3C-43D1-A345-8C2C761CAFAA}" srcOrd="1" destOrd="1" presId="urn:microsoft.com/office/officeart/2005/8/layout/hList7#1"/>
    <dgm:cxn modelId="{D7012F07-D7B1-4CB7-9296-18737953935E}" type="presOf" srcId="{B06121E6-3C2E-4627-88A0-4FB9F38A83EA}" destId="{6E3A1C7D-1C3D-4A6A-AC15-D3EB839EE972}" srcOrd="1" destOrd="1" presId="urn:microsoft.com/office/officeart/2005/8/layout/hList7#1"/>
    <dgm:cxn modelId="{293DAA53-9682-4A76-825B-87DBF4AB0A04}" srcId="{122F67D0-8A74-4F34-B168-DA3C90C071CC}" destId="{B06121E6-3C2E-4627-88A0-4FB9F38A83EA}" srcOrd="0" destOrd="0" parTransId="{FF704376-9904-48A6-9183-7EFBD11533EC}" sibTransId="{C51E4DE9-100D-49A9-A316-EC8DBF58E618}"/>
    <dgm:cxn modelId="{D325DB05-6937-43D6-81D7-5B87F74E4CAB}" type="presOf" srcId="{4387D0A4-2687-4C5E-91BA-7DB58A2384D2}" destId="{0255B2D0-AF4F-4FC2-8BCD-87CACA07711B}" srcOrd="0" destOrd="0" presId="urn:microsoft.com/office/officeart/2005/8/layout/hList7#1"/>
    <dgm:cxn modelId="{D0404152-627F-47F4-80C7-16F9BE392FA2}" type="presOf" srcId="{58B8A9A6-524A-4CA4-88C1-CEA4196DB8C1}" destId="{1ADFF718-B3E4-4717-9454-0DE2330AC31F}" srcOrd="0" destOrd="1" presId="urn:microsoft.com/office/officeart/2005/8/layout/hList7#1"/>
    <dgm:cxn modelId="{4A55ADAE-F364-4D91-BD47-D96469B1160A}" type="presOf" srcId="{B06121E6-3C2E-4627-88A0-4FB9F38A83EA}" destId="{BCF446BE-30DC-432A-9812-3407535DBB4C}" srcOrd="0" destOrd="1" presId="urn:microsoft.com/office/officeart/2005/8/layout/hList7#1"/>
    <dgm:cxn modelId="{5237C291-D84B-49F0-88DA-AB84F8A0E907}" srcId="{EDA9434B-9C98-479A-8B4A-7281410AF11B}" destId="{86520F35-13A5-4BC1-8B6B-48E5FD7CE4F5}" srcOrd="2" destOrd="0" parTransId="{0524BF61-06CA-433E-ABBB-E92452E0181D}" sibTransId="{91E67B22-9BEF-4E1B-A40E-ACEA7EAE786F}"/>
    <dgm:cxn modelId="{0B801085-AAA4-4373-ABD0-F7589B4A1AC1}" srcId="{EDA9434B-9C98-479A-8B4A-7281410AF11B}" destId="{CFC0DA1E-D856-4B35-889D-7C30C61707B1}" srcOrd="1" destOrd="0" parTransId="{63D9595B-A4FD-43FF-8587-6B95F16CFD0C}" sibTransId="{4387D0A4-2687-4C5E-91BA-7DB58A2384D2}"/>
    <dgm:cxn modelId="{E4BE8FF2-EA3A-44AB-8A34-C7D3C17B1C92}" type="presOf" srcId="{122F67D0-8A74-4F34-B168-DA3C90C071CC}" destId="{6E3A1C7D-1C3D-4A6A-AC15-D3EB839EE972}" srcOrd="1" destOrd="0" presId="urn:microsoft.com/office/officeart/2005/8/layout/hList7#1"/>
    <dgm:cxn modelId="{0BCE6EBB-206E-483E-8662-5F42F0C57F04}" type="presOf" srcId="{29FFC3F9-134C-4F3D-9843-3AC1DDF66C8D}" destId="{55C43DCA-5B6E-4BD7-BA5D-D5560C530DE3}" srcOrd="0" destOrd="0" presId="urn:microsoft.com/office/officeart/2005/8/layout/hList7#1"/>
    <dgm:cxn modelId="{558F79CA-39EC-40A5-BDAB-CDC205B58D39}" type="presOf" srcId="{EDA9434B-9C98-479A-8B4A-7281410AF11B}" destId="{EA500A18-E3DC-4850-A930-F933698DFF7C}" srcOrd="0" destOrd="0" presId="urn:microsoft.com/office/officeart/2005/8/layout/hList7#1"/>
    <dgm:cxn modelId="{B1827B5C-01C3-48F1-A7AC-BC4612CB6B43}" type="presOf" srcId="{122F67D0-8A74-4F34-B168-DA3C90C071CC}" destId="{BCF446BE-30DC-432A-9812-3407535DBB4C}" srcOrd="0" destOrd="0" presId="urn:microsoft.com/office/officeart/2005/8/layout/hList7#1"/>
    <dgm:cxn modelId="{F026CD36-920A-465B-B09F-DC0934408728}" type="presOf" srcId="{88A22C76-5778-4312-8335-DE56E9D4DAD5}" destId="{B4EC4F8A-2CC3-4B02-9A4F-8BA319248F6B}" srcOrd="1" destOrd="1" presId="urn:microsoft.com/office/officeart/2005/8/layout/hList7#1"/>
    <dgm:cxn modelId="{21D74B38-2420-41BE-B473-9B1FAE751650}" type="presOf" srcId="{86520F35-13A5-4BC1-8B6B-48E5FD7CE4F5}" destId="{E709457C-AA3C-43D1-A345-8C2C761CAFAA}" srcOrd="1" destOrd="0" presId="urn:microsoft.com/office/officeart/2005/8/layout/hList7#1"/>
    <dgm:cxn modelId="{BE0CE8CA-8B3A-41B9-ADBD-AE4F8F72C077}" srcId="{CFC0DA1E-D856-4B35-889D-7C30C61707B1}" destId="{88A22C76-5778-4312-8335-DE56E9D4DAD5}" srcOrd="0" destOrd="0" parTransId="{FF741DBD-8B50-433E-9A2E-79E714417670}" sibTransId="{1651739A-CB76-4B71-8444-4D88F85419E5}"/>
    <dgm:cxn modelId="{00496A50-B348-4181-BA14-FE49D24A672D}" srcId="{EDA9434B-9C98-479A-8B4A-7281410AF11B}" destId="{122F67D0-8A74-4F34-B168-DA3C90C071CC}" srcOrd="0" destOrd="0" parTransId="{5A420C0E-ACAE-4435-82CF-75EE5464EE0A}" sibTransId="{29FFC3F9-134C-4F3D-9843-3AC1DDF66C8D}"/>
    <dgm:cxn modelId="{EA7E9FA9-3B7F-41FD-B811-445DBBBE7305}" type="presOf" srcId="{CFC0DA1E-D856-4B35-889D-7C30C61707B1}" destId="{CF4DA2F6-AB07-4E40-B45A-6A019BE03245}" srcOrd="0" destOrd="0" presId="urn:microsoft.com/office/officeart/2005/8/layout/hList7#1"/>
    <dgm:cxn modelId="{B8715C20-FF18-4A2F-B580-432145A015FB}" type="presOf" srcId="{CFC0DA1E-D856-4B35-889D-7C30C61707B1}" destId="{B4EC4F8A-2CC3-4B02-9A4F-8BA319248F6B}" srcOrd="1" destOrd="0" presId="urn:microsoft.com/office/officeart/2005/8/layout/hList7#1"/>
    <dgm:cxn modelId="{85783AD8-6326-4998-A30C-26FB2570F5DC}" type="presOf" srcId="{86520F35-13A5-4BC1-8B6B-48E5FD7CE4F5}" destId="{1ADFF718-B3E4-4717-9454-0DE2330AC31F}" srcOrd="0" destOrd="0" presId="urn:microsoft.com/office/officeart/2005/8/layout/hList7#1"/>
    <dgm:cxn modelId="{F36CEDAD-9A42-45DA-A918-C9595588B611}" srcId="{86520F35-13A5-4BC1-8B6B-48E5FD7CE4F5}" destId="{58B8A9A6-524A-4CA4-88C1-CEA4196DB8C1}" srcOrd="0" destOrd="0" parTransId="{190BE4D1-60BF-4ED2-8E46-629A0D007C66}" sibTransId="{BEE3C239-59F3-4A4C-A21F-BE029416B536}"/>
    <dgm:cxn modelId="{563AFE37-FBF3-459E-8FBC-BB02A19B13FC}" type="presOf" srcId="{88A22C76-5778-4312-8335-DE56E9D4DAD5}" destId="{CF4DA2F6-AB07-4E40-B45A-6A019BE03245}" srcOrd="0" destOrd="1" presId="urn:microsoft.com/office/officeart/2005/8/layout/hList7#1"/>
    <dgm:cxn modelId="{55414EC0-3AFB-4714-9F05-41BC0DC1FF4B}" type="presParOf" srcId="{EA500A18-E3DC-4850-A930-F933698DFF7C}" destId="{7939CF95-5C74-47BA-AAC3-9D5DA3F015DF}" srcOrd="0" destOrd="0" presId="urn:microsoft.com/office/officeart/2005/8/layout/hList7#1"/>
    <dgm:cxn modelId="{05FF7DB9-33E6-4686-B8BC-7B9F765BC440}" type="presParOf" srcId="{EA500A18-E3DC-4850-A930-F933698DFF7C}" destId="{A017C71B-237E-460C-826A-00B786BCA6D7}" srcOrd="1" destOrd="0" presId="urn:microsoft.com/office/officeart/2005/8/layout/hList7#1"/>
    <dgm:cxn modelId="{20125F21-D157-487D-B354-0FB0E7FEE9C3}" type="presParOf" srcId="{A017C71B-237E-460C-826A-00B786BCA6D7}" destId="{618301B2-672E-41B3-B579-7AB2DCAC83C6}" srcOrd="0" destOrd="0" presId="urn:microsoft.com/office/officeart/2005/8/layout/hList7#1"/>
    <dgm:cxn modelId="{45A6DFCF-5180-4946-8EA4-F0A3E49A5625}" type="presParOf" srcId="{618301B2-672E-41B3-B579-7AB2DCAC83C6}" destId="{BCF446BE-30DC-432A-9812-3407535DBB4C}" srcOrd="0" destOrd="0" presId="urn:microsoft.com/office/officeart/2005/8/layout/hList7#1"/>
    <dgm:cxn modelId="{AE027A5A-170F-479F-834F-C1F6D7056D52}" type="presParOf" srcId="{618301B2-672E-41B3-B579-7AB2DCAC83C6}" destId="{6E3A1C7D-1C3D-4A6A-AC15-D3EB839EE972}" srcOrd="1" destOrd="0" presId="urn:microsoft.com/office/officeart/2005/8/layout/hList7#1"/>
    <dgm:cxn modelId="{124DE3C1-9D1B-4E51-B117-563234A91CE6}" type="presParOf" srcId="{618301B2-672E-41B3-B579-7AB2DCAC83C6}" destId="{5767D8CC-9EEA-4F87-8CF3-8B22339FD619}" srcOrd="2" destOrd="0" presId="urn:microsoft.com/office/officeart/2005/8/layout/hList7#1"/>
    <dgm:cxn modelId="{30E05FB2-120A-41C4-A33A-138750645E45}" type="presParOf" srcId="{618301B2-672E-41B3-B579-7AB2DCAC83C6}" destId="{59127AF7-EDED-4B36-9B84-750FEEB046C9}" srcOrd="3" destOrd="0" presId="urn:microsoft.com/office/officeart/2005/8/layout/hList7#1"/>
    <dgm:cxn modelId="{F887E66F-11E4-4CA3-8CD0-0BFC7DFA9CE0}" type="presParOf" srcId="{A017C71B-237E-460C-826A-00B786BCA6D7}" destId="{55C43DCA-5B6E-4BD7-BA5D-D5560C530DE3}" srcOrd="1" destOrd="0" presId="urn:microsoft.com/office/officeart/2005/8/layout/hList7#1"/>
    <dgm:cxn modelId="{2C036E1C-A2E1-4DB6-8140-5139CDDFD69E}" type="presParOf" srcId="{A017C71B-237E-460C-826A-00B786BCA6D7}" destId="{6D4946F7-2E2E-4492-8A43-4AAF2BC9AF56}" srcOrd="2" destOrd="0" presId="urn:microsoft.com/office/officeart/2005/8/layout/hList7#1"/>
    <dgm:cxn modelId="{39697B81-2DF9-4073-9BB7-A54E8C35B3D0}" type="presParOf" srcId="{6D4946F7-2E2E-4492-8A43-4AAF2BC9AF56}" destId="{CF4DA2F6-AB07-4E40-B45A-6A019BE03245}" srcOrd="0" destOrd="0" presId="urn:microsoft.com/office/officeart/2005/8/layout/hList7#1"/>
    <dgm:cxn modelId="{A17BE0E6-3A7E-49D2-99B0-60636CA42818}" type="presParOf" srcId="{6D4946F7-2E2E-4492-8A43-4AAF2BC9AF56}" destId="{B4EC4F8A-2CC3-4B02-9A4F-8BA319248F6B}" srcOrd="1" destOrd="0" presId="urn:microsoft.com/office/officeart/2005/8/layout/hList7#1"/>
    <dgm:cxn modelId="{2458387F-DAB6-4E8B-B1BD-F3880D4DCA3C}" type="presParOf" srcId="{6D4946F7-2E2E-4492-8A43-4AAF2BC9AF56}" destId="{9E571E87-E706-463C-B188-60B631EFA839}" srcOrd="2" destOrd="0" presId="urn:microsoft.com/office/officeart/2005/8/layout/hList7#1"/>
    <dgm:cxn modelId="{23EBF0C6-D135-424E-BC28-AF2826295251}" type="presParOf" srcId="{6D4946F7-2E2E-4492-8A43-4AAF2BC9AF56}" destId="{2DBFDA57-2E42-472A-AB08-F161225FCE18}" srcOrd="3" destOrd="0" presId="urn:microsoft.com/office/officeart/2005/8/layout/hList7#1"/>
    <dgm:cxn modelId="{03D08187-8870-49E4-A421-08683FF0D6ED}" type="presParOf" srcId="{A017C71B-237E-460C-826A-00B786BCA6D7}" destId="{0255B2D0-AF4F-4FC2-8BCD-87CACA07711B}" srcOrd="3" destOrd="0" presId="urn:microsoft.com/office/officeart/2005/8/layout/hList7#1"/>
    <dgm:cxn modelId="{0D5E67D4-63EB-4F99-BEA7-FA33610F2CC2}" type="presParOf" srcId="{A017C71B-237E-460C-826A-00B786BCA6D7}" destId="{8253E5BB-BB61-402F-A4B7-50F7D0A3F8C0}" srcOrd="4" destOrd="0" presId="urn:microsoft.com/office/officeart/2005/8/layout/hList7#1"/>
    <dgm:cxn modelId="{3B4F399E-BE91-44A4-8353-2C7AA852DECD}" type="presParOf" srcId="{8253E5BB-BB61-402F-A4B7-50F7D0A3F8C0}" destId="{1ADFF718-B3E4-4717-9454-0DE2330AC31F}" srcOrd="0" destOrd="0" presId="urn:microsoft.com/office/officeart/2005/8/layout/hList7#1"/>
    <dgm:cxn modelId="{23A0F4A6-74F2-46D1-959A-37279DB449FB}" type="presParOf" srcId="{8253E5BB-BB61-402F-A4B7-50F7D0A3F8C0}" destId="{E709457C-AA3C-43D1-A345-8C2C761CAFAA}" srcOrd="1" destOrd="0" presId="urn:microsoft.com/office/officeart/2005/8/layout/hList7#1"/>
    <dgm:cxn modelId="{24EB83F8-922C-433D-9313-76341280C573}" type="presParOf" srcId="{8253E5BB-BB61-402F-A4B7-50F7D0A3F8C0}" destId="{36EC1944-2E35-4B65-AE8E-171AF3249E4D}" srcOrd="2" destOrd="0" presId="urn:microsoft.com/office/officeart/2005/8/layout/hList7#1"/>
    <dgm:cxn modelId="{E3DD645C-BFC6-443E-AF23-987986126CF5}" type="presParOf" srcId="{8253E5BB-BB61-402F-A4B7-50F7D0A3F8C0}" destId="{705E3698-C7D5-425F-BEBF-657935B9C070}" srcOrd="3" destOrd="0" presId="urn:microsoft.com/office/officeart/2005/8/layout/hList7#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B43E97F-6F81-4ED2-AB47-DA1E7714E529}" type="doc">
      <dgm:prSet loTypeId="urn:microsoft.com/office/officeart/2005/8/layout/hList3" loCatId="list" qsTypeId="urn:microsoft.com/office/officeart/2005/8/quickstyle/simple3" qsCatId="simple" csTypeId="urn:microsoft.com/office/officeart/2005/8/colors/accent1_3" csCatId="accent1" phldr="1"/>
      <dgm:spPr/>
      <dgm:t>
        <a:bodyPr/>
        <a:lstStyle/>
        <a:p>
          <a:endParaRPr lang="en-US"/>
        </a:p>
      </dgm:t>
    </dgm:pt>
    <dgm:pt modelId="{7DFFA423-509B-413E-B2F6-A3DF78CA11FC}">
      <dgm:prSet phldrT="[Text]" custT="1"/>
      <dgm:spPr/>
      <dgm:t>
        <a:bodyPr/>
        <a:lstStyle/>
        <a:p>
          <a:pPr>
            <a:lnSpc>
              <a:spcPct val="100000"/>
            </a:lnSpc>
            <a:spcAft>
              <a:spcPts val="0"/>
            </a:spcAft>
          </a:pPr>
          <a:r>
            <a:rPr lang="en-US" sz="6000" dirty="0" smtClean="0"/>
            <a:t>UDAY</a:t>
          </a:r>
        </a:p>
        <a:p>
          <a:pPr>
            <a:lnSpc>
              <a:spcPct val="100000"/>
            </a:lnSpc>
            <a:spcAft>
              <a:spcPts val="0"/>
            </a:spcAft>
          </a:pPr>
          <a:r>
            <a:rPr lang="en-US" sz="3400" dirty="0" smtClean="0"/>
            <a:t>The Teaching Project</a:t>
          </a:r>
          <a:endParaRPr lang="en-US" sz="3400" dirty="0"/>
        </a:p>
      </dgm:t>
    </dgm:pt>
    <dgm:pt modelId="{5A8D93BA-E87B-4638-A654-6E8A87922312}" type="parTrans" cxnId="{4337A95B-E00F-444B-B2AC-E05FF30E9365}">
      <dgm:prSet/>
      <dgm:spPr/>
      <dgm:t>
        <a:bodyPr/>
        <a:lstStyle/>
        <a:p>
          <a:endParaRPr lang="en-US"/>
        </a:p>
      </dgm:t>
    </dgm:pt>
    <dgm:pt modelId="{786AEDFA-4E79-4096-967E-83AC7D31AF25}" type="sibTrans" cxnId="{4337A95B-E00F-444B-B2AC-E05FF30E9365}">
      <dgm:prSet/>
      <dgm:spPr/>
      <dgm:t>
        <a:bodyPr/>
        <a:lstStyle/>
        <a:p>
          <a:endParaRPr lang="en-US"/>
        </a:p>
      </dgm:t>
    </dgm:pt>
    <dgm:pt modelId="{1E4FE1C0-9EC7-47FB-A9BF-23F11C7FE3DA}">
      <dgm:prSet phldrT="[Text]" custT="1"/>
      <dgm:spPr/>
      <dgm:t>
        <a:bodyPr/>
        <a:lstStyle/>
        <a:p>
          <a:pPr algn="ctr"/>
          <a:r>
            <a:rPr lang="en-US" sz="1600" u="sng" dirty="0" smtClean="0"/>
            <a:t>Objective</a:t>
          </a:r>
        </a:p>
        <a:p>
          <a:pPr algn="l"/>
          <a:r>
            <a:rPr lang="en-US" sz="1300" dirty="0" smtClean="0"/>
            <a:t>- </a:t>
          </a:r>
          <a:r>
            <a:rPr lang="en-IN" sz="1300" dirty="0" smtClean="0"/>
            <a:t>Proper education to the kids of these labours so that they do not suffer in future like their parents and also to inculcate proper health, hygiene and moral values in both the parents and their children</a:t>
          </a:r>
          <a:r>
            <a:rPr lang="en-IN" sz="1200" dirty="0" smtClean="0"/>
            <a:t>.</a:t>
          </a:r>
          <a:endParaRPr lang="en-US" sz="1200" dirty="0"/>
        </a:p>
      </dgm:t>
    </dgm:pt>
    <dgm:pt modelId="{74BE54A3-806B-4858-A81F-36E12623BE30}" type="parTrans" cxnId="{517F8564-39CE-4AA5-9136-D2E205FA027B}">
      <dgm:prSet/>
      <dgm:spPr/>
      <dgm:t>
        <a:bodyPr/>
        <a:lstStyle/>
        <a:p>
          <a:endParaRPr lang="en-US"/>
        </a:p>
      </dgm:t>
    </dgm:pt>
    <dgm:pt modelId="{3B28AA3C-5B89-4178-89E5-50F2EE7E054D}" type="sibTrans" cxnId="{517F8564-39CE-4AA5-9136-D2E205FA027B}">
      <dgm:prSet/>
      <dgm:spPr/>
      <dgm:t>
        <a:bodyPr/>
        <a:lstStyle/>
        <a:p>
          <a:endParaRPr lang="en-US"/>
        </a:p>
      </dgm:t>
    </dgm:pt>
    <dgm:pt modelId="{F03B1FB5-33D6-4864-98EF-AA67C2E77541}">
      <dgm:prSet phldrT="[Text]" custT="1"/>
      <dgm:spPr/>
      <dgm:t>
        <a:bodyPr/>
        <a:lstStyle/>
        <a:p>
          <a:pPr algn="ctr"/>
          <a:r>
            <a:rPr lang="en-US" sz="1600" u="sng" dirty="0" smtClean="0"/>
            <a:t>Ways Adopted</a:t>
          </a:r>
        </a:p>
        <a:p>
          <a:pPr algn="l"/>
          <a:r>
            <a:rPr lang="en-IN" sz="1300" dirty="0" smtClean="0"/>
            <a:t>- Giving evening tuitions to the children in proper classrooms within the college itself.</a:t>
          </a:r>
          <a:endParaRPr lang="en-US" sz="1300" dirty="0" smtClean="0"/>
        </a:p>
        <a:p>
          <a:pPr algn="l"/>
          <a:r>
            <a:rPr lang="en-IN" sz="1300" dirty="0" smtClean="0"/>
            <a:t>- Providing them study material, stationary and small gifts to encourage them to give their best.</a:t>
          </a:r>
          <a:endParaRPr lang="en-US" sz="1300" dirty="0" smtClean="0"/>
        </a:p>
        <a:p>
          <a:pPr algn="l"/>
          <a:r>
            <a:rPr lang="en-US" sz="1300" dirty="0" smtClean="0"/>
            <a:t>- Participation of children in the college fest to keep them ahead in extra curricular activities as well.</a:t>
          </a:r>
        </a:p>
        <a:p>
          <a:pPr algn="l"/>
          <a:r>
            <a:rPr lang="en-US" sz="1300" dirty="0" smtClean="0"/>
            <a:t>- Regular class tests and updating the parents about the progress to make them more responsible.</a:t>
          </a:r>
        </a:p>
        <a:p>
          <a:pPr algn="l"/>
          <a:r>
            <a:rPr lang="en-US" sz="1300" dirty="0" smtClean="0"/>
            <a:t>- Admission of  the non-school going kids to the government school nearby.</a:t>
          </a:r>
        </a:p>
        <a:p>
          <a:pPr algn="l"/>
          <a:r>
            <a:rPr lang="en-US" sz="1300" dirty="0" smtClean="0"/>
            <a:t>-Providing them with stationary for school and transportation fees as well.</a:t>
          </a:r>
        </a:p>
        <a:p>
          <a:pPr algn="l"/>
          <a:r>
            <a:rPr lang="en-US" sz="1300" dirty="0" smtClean="0"/>
            <a:t>- Celebrating all the festivals with them so that they know the importance of all the  festivals and socialism.</a:t>
          </a:r>
        </a:p>
      </dgm:t>
    </dgm:pt>
    <dgm:pt modelId="{E9E51A17-6FE6-498D-937A-D4230F5088A2}" type="parTrans" cxnId="{6E06B0B7-6B5D-4ADE-B899-A4C615CBCD90}">
      <dgm:prSet/>
      <dgm:spPr/>
      <dgm:t>
        <a:bodyPr/>
        <a:lstStyle/>
        <a:p>
          <a:endParaRPr lang="en-US"/>
        </a:p>
      </dgm:t>
    </dgm:pt>
    <dgm:pt modelId="{59FD9655-4E5F-440D-AB0D-C368889BDAF3}" type="sibTrans" cxnId="{6E06B0B7-6B5D-4ADE-B899-A4C615CBCD90}">
      <dgm:prSet/>
      <dgm:spPr/>
      <dgm:t>
        <a:bodyPr/>
        <a:lstStyle/>
        <a:p>
          <a:endParaRPr lang="en-US"/>
        </a:p>
      </dgm:t>
    </dgm:pt>
    <dgm:pt modelId="{992EC36C-C7D0-4C2F-8807-EA93C953F597}" type="pres">
      <dgm:prSet presAssocID="{FB43E97F-6F81-4ED2-AB47-DA1E7714E529}" presName="composite" presStyleCnt="0">
        <dgm:presLayoutVars>
          <dgm:chMax val="1"/>
          <dgm:dir/>
          <dgm:resizeHandles val="exact"/>
        </dgm:presLayoutVars>
      </dgm:prSet>
      <dgm:spPr/>
      <dgm:t>
        <a:bodyPr/>
        <a:lstStyle/>
        <a:p>
          <a:endParaRPr lang="en-US"/>
        </a:p>
      </dgm:t>
    </dgm:pt>
    <dgm:pt modelId="{6B7069CD-421D-49A5-9555-5CAB18D0EB05}" type="pres">
      <dgm:prSet presAssocID="{7DFFA423-509B-413E-B2F6-A3DF78CA11FC}" presName="roof" presStyleLbl="dkBgShp" presStyleIdx="0" presStyleCnt="2" custLinFactNeighborX="-15440" custLinFactNeighborY="2045"/>
      <dgm:spPr/>
      <dgm:t>
        <a:bodyPr/>
        <a:lstStyle/>
        <a:p>
          <a:endParaRPr lang="en-US"/>
        </a:p>
      </dgm:t>
    </dgm:pt>
    <dgm:pt modelId="{1EB62B64-9713-4FCE-82A0-FE002AB6F0CF}" type="pres">
      <dgm:prSet presAssocID="{7DFFA423-509B-413E-B2F6-A3DF78CA11FC}" presName="pillars" presStyleCnt="0"/>
      <dgm:spPr/>
    </dgm:pt>
    <dgm:pt modelId="{9C12D60C-C4EC-4C67-9CC0-504CE184E9D0}" type="pres">
      <dgm:prSet presAssocID="{7DFFA423-509B-413E-B2F6-A3DF78CA11FC}" presName="pillar1" presStyleLbl="node1" presStyleIdx="0" presStyleCnt="2" custLinFactNeighborX="-24" custLinFactNeighborY="-334">
        <dgm:presLayoutVars>
          <dgm:bulletEnabled val="1"/>
        </dgm:presLayoutVars>
      </dgm:prSet>
      <dgm:spPr/>
      <dgm:t>
        <a:bodyPr/>
        <a:lstStyle/>
        <a:p>
          <a:endParaRPr lang="en-US"/>
        </a:p>
      </dgm:t>
    </dgm:pt>
    <dgm:pt modelId="{48E46380-7757-41F3-A7E6-EA5629B8574A}" type="pres">
      <dgm:prSet presAssocID="{F03B1FB5-33D6-4864-98EF-AA67C2E77541}" presName="pillarX" presStyleLbl="node1" presStyleIdx="1" presStyleCnt="2" custScaleX="220054">
        <dgm:presLayoutVars>
          <dgm:bulletEnabled val="1"/>
        </dgm:presLayoutVars>
      </dgm:prSet>
      <dgm:spPr/>
      <dgm:t>
        <a:bodyPr/>
        <a:lstStyle/>
        <a:p>
          <a:endParaRPr lang="en-US"/>
        </a:p>
      </dgm:t>
    </dgm:pt>
    <dgm:pt modelId="{AB1CD71D-6B2C-4DE7-9624-1CFA76CD6913}" type="pres">
      <dgm:prSet presAssocID="{7DFFA423-509B-413E-B2F6-A3DF78CA11FC}" presName="base" presStyleLbl="dkBgShp" presStyleIdx="1" presStyleCnt="2"/>
      <dgm:spPr/>
    </dgm:pt>
  </dgm:ptLst>
  <dgm:cxnLst>
    <dgm:cxn modelId="{6E06B0B7-6B5D-4ADE-B899-A4C615CBCD90}" srcId="{7DFFA423-509B-413E-B2F6-A3DF78CA11FC}" destId="{F03B1FB5-33D6-4864-98EF-AA67C2E77541}" srcOrd="1" destOrd="0" parTransId="{E9E51A17-6FE6-498D-937A-D4230F5088A2}" sibTransId="{59FD9655-4E5F-440D-AB0D-C368889BDAF3}"/>
    <dgm:cxn modelId="{7A9F7F6D-3EF2-4C71-B1AD-E60D8EBFB887}" type="presOf" srcId="{1E4FE1C0-9EC7-47FB-A9BF-23F11C7FE3DA}" destId="{9C12D60C-C4EC-4C67-9CC0-504CE184E9D0}" srcOrd="0" destOrd="0" presId="urn:microsoft.com/office/officeart/2005/8/layout/hList3"/>
    <dgm:cxn modelId="{C88FF375-5390-4005-A78B-B5A34F219BB5}" type="presOf" srcId="{FB43E97F-6F81-4ED2-AB47-DA1E7714E529}" destId="{992EC36C-C7D0-4C2F-8807-EA93C953F597}" srcOrd="0" destOrd="0" presId="urn:microsoft.com/office/officeart/2005/8/layout/hList3"/>
    <dgm:cxn modelId="{7986F3BC-D346-41FB-85F7-19CD1FDB5354}" type="presOf" srcId="{7DFFA423-509B-413E-B2F6-A3DF78CA11FC}" destId="{6B7069CD-421D-49A5-9555-5CAB18D0EB05}" srcOrd="0" destOrd="0" presId="urn:microsoft.com/office/officeart/2005/8/layout/hList3"/>
    <dgm:cxn modelId="{4337A95B-E00F-444B-B2AC-E05FF30E9365}" srcId="{FB43E97F-6F81-4ED2-AB47-DA1E7714E529}" destId="{7DFFA423-509B-413E-B2F6-A3DF78CA11FC}" srcOrd="0" destOrd="0" parTransId="{5A8D93BA-E87B-4638-A654-6E8A87922312}" sibTransId="{786AEDFA-4E79-4096-967E-83AC7D31AF25}"/>
    <dgm:cxn modelId="{C043644F-B4CD-495B-AE2A-0F16512658AF}" type="presOf" srcId="{F03B1FB5-33D6-4864-98EF-AA67C2E77541}" destId="{48E46380-7757-41F3-A7E6-EA5629B8574A}" srcOrd="0" destOrd="0" presId="urn:microsoft.com/office/officeart/2005/8/layout/hList3"/>
    <dgm:cxn modelId="{517F8564-39CE-4AA5-9136-D2E205FA027B}" srcId="{7DFFA423-509B-413E-B2F6-A3DF78CA11FC}" destId="{1E4FE1C0-9EC7-47FB-A9BF-23F11C7FE3DA}" srcOrd="0" destOrd="0" parTransId="{74BE54A3-806B-4858-A81F-36E12623BE30}" sibTransId="{3B28AA3C-5B89-4178-89E5-50F2EE7E054D}"/>
    <dgm:cxn modelId="{EFD47CC9-CA45-46C1-9184-FF18FD370F92}" type="presParOf" srcId="{992EC36C-C7D0-4C2F-8807-EA93C953F597}" destId="{6B7069CD-421D-49A5-9555-5CAB18D0EB05}" srcOrd="0" destOrd="0" presId="urn:microsoft.com/office/officeart/2005/8/layout/hList3"/>
    <dgm:cxn modelId="{C5B97907-8F08-4E86-8CD9-C2EA133C2DBC}" type="presParOf" srcId="{992EC36C-C7D0-4C2F-8807-EA93C953F597}" destId="{1EB62B64-9713-4FCE-82A0-FE002AB6F0CF}" srcOrd="1" destOrd="0" presId="urn:microsoft.com/office/officeart/2005/8/layout/hList3"/>
    <dgm:cxn modelId="{5DA9B35C-192F-4790-B429-34D9CB9D98A2}" type="presParOf" srcId="{1EB62B64-9713-4FCE-82A0-FE002AB6F0CF}" destId="{9C12D60C-C4EC-4C67-9CC0-504CE184E9D0}" srcOrd="0" destOrd="0" presId="urn:microsoft.com/office/officeart/2005/8/layout/hList3"/>
    <dgm:cxn modelId="{AD7C1F67-1990-48CB-BA68-9981EC78663C}" type="presParOf" srcId="{1EB62B64-9713-4FCE-82A0-FE002AB6F0CF}" destId="{48E46380-7757-41F3-A7E6-EA5629B8574A}" srcOrd="1" destOrd="0" presId="urn:microsoft.com/office/officeart/2005/8/layout/hList3"/>
    <dgm:cxn modelId="{38AE26FF-36DB-4EE7-990D-C52B0401B2F6}" type="presParOf" srcId="{992EC36C-C7D0-4C2F-8807-EA93C953F597}" destId="{AB1CD71D-6B2C-4DE7-9624-1CFA76CD6913}" srcOrd="2" destOrd="0" presId="urn:microsoft.com/office/officeart/2005/8/layout/h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F446BE-30DC-432A-9812-3407535DBB4C}">
      <dsp:nvSpPr>
        <dsp:cNvPr id="0" name=""/>
        <dsp:cNvSpPr/>
      </dsp:nvSpPr>
      <dsp:spPr>
        <a:xfrm>
          <a:off x="74052" y="0"/>
          <a:ext cx="2361528" cy="3645024"/>
        </a:xfrm>
        <a:prstGeom prst="roundRect">
          <a:avLst>
            <a:gd name="adj" fmla="val 10000"/>
          </a:avLst>
        </a:prstGeom>
        <a:gradFill rotWithShape="0">
          <a:gsLst>
            <a:gs pos="0">
              <a:schemeClr val="accent3">
                <a:alpha val="90000"/>
                <a:hueOff val="0"/>
                <a:satOff val="0"/>
                <a:lumOff val="0"/>
                <a:alphaOff val="0"/>
                <a:tint val="64000"/>
                <a:lumMod val="118000"/>
              </a:schemeClr>
            </a:gs>
            <a:gs pos="100000">
              <a:schemeClr val="accent3">
                <a:alpha val="90000"/>
                <a:hueOff val="0"/>
                <a:satOff val="0"/>
                <a:lumOff val="0"/>
                <a:alphaOff val="0"/>
                <a:tint val="92000"/>
                <a:alpha val="100000"/>
                <a:lumMod val="11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9568" tIns="99568" rIns="99568" bIns="99568" numCol="1" spcCol="1270" anchor="t" anchorCtr="1">
          <a:noAutofit/>
        </a:bodyPr>
        <a:lstStyle/>
        <a:p>
          <a:pPr lvl="0" algn="l" defTabSz="755650">
            <a:lnSpc>
              <a:spcPct val="90000"/>
            </a:lnSpc>
            <a:spcBef>
              <a:spcPct val="0"/>
            </a:spcBef>
            <a:spcAft>
              <a:spcPct val="35000"/>
            </a:spcAft>
          </a:pPr>
          <a:r>
            <a:rPr lang="en-IN" sz="1700" b="1" kern="1200" dirty="0" smtClean="0">
              <a:latin typeface="Andalus" panose="02020603050405020304" pitchFamily="18" charset="-78"/>
              <a:cs typeface="Andalus" panose="02020603050405020304" pitchFamily="18" charset="-78"/>
            </a:rPr>
            <a:t>UDAY:  The Teaching Project</a:t>
          </a:r>
          <a:endParaRPr lang="en-US" sz="1700" kern="1200" dirty="0">
            <a:latin typeface="Andalus" panose="02020603050405020304" pitchFamily="18" charset="-78"/>
            <a:cs typeface="Andalus" panose="02020603050405020304" pitchFamily="18" charset="-78"/>
          </a:endParaRPr>
        </a:p>
        <a:p>
          <a:pPr marL="114300" lvl="1" indent="-114300" algn="just" defTabSz="622300">
            <a:lnSpc>
              <a:spcPct val="90000"/>
            </a:lnSpc>
            <a:spcBef>
              <a:spcPct val="0"/>
            </a:spcBef>
            <a:spcAft>
              <a:spcPct val="15000"/>
            </a:spcAft>
            <a:buChar char="••"/>
          </a:pPr>
          <a:r>
            <a:rPr lang="en-IN" sz="1400" kern="1200" dirty="0" smtClean="0">
              <a:latin typeface="Andalus" panose="02020603050405020304" pitchFamily="18" charset="-78"/>
              <a:cs typeface="Andalus" panose="02020603050405020304" pitchFamily="18" charset="-78"/>
            </a:rPr>
            <a:t>This project is focused on the migrating working labours at the construction site of the college and their kids</a:t>
          </a:r>
          <a:endParaRPr lang="en-US" sz="1400" kern="1200" dirty="0">
            <a:latin typeface="Andalus" panose="02020603050405020304" pitchFamily="18" charset="-78"/>
            <a:cs typeface="Andalus" panose="02020603050405020304" pitchFamily="18" charset="-78"/>
          </a:endParaRPr>
        </a:p>
      </dsp:txBody>
      <dsp:txXfrm>
        <a:off x="74052" y="1458009"/>
        <a:ext cx="2361528" cy="1458009"/>
      </dsp:txXfrm>
    </dsp:sp>
    <dsp:sp modelId="{59127AF7-EDED-4B36-9B84-750FEEB046C9}">
      <dsp:nvSpPr>
        <dsp:cNvPr id="0" name=""/>
        <dsp:cNvSpPr/>
      </dsp:nvSpPr>
      <dsp:spPr>
        <a:xfrm>
          <a:off x="665194" y="188769"/>
          <a:ext cx="1213792" cy="1213792"/>
        </a:xfrm>
        <a:prstGeom prst="ellipse">
          <a:avLst/>
        </a:prstGeom>
        <a:blipFill>
          <a:blip xmlns:r="http://schemas.openxmlformats.org/officeDocument/2006/relationships" r:embed="rId1" cstate="print">
            <a:extLst>
              <a:ext uri="{28A0092B-C50C-407E-A947-70E740481C1C}">
                <a14:useLocalDpi xmlns:a14="http://schemas.microsoft.com/office/drawing/2010/main" val="0"/>
              </a:ext>
            </a:extLst>
          </a:blip>
          <a:srcRect/>
          <a:stretch>
            <a:fillRect/>
          </a:stretch>
        </a:blipFill>
        <a:ln w="9525" cap="rnd"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CF4DA2F6-AB07-4E40-B45A-6A019BE03245}">
      <dsp:nvSpPr>
        <dsp:cNvPr id="0" name=""/>
        <dsp:cNvSpPr/>
      </dsp:nvSpPr>
      <dsp:spPr>
        <a:xfrm>
          <a:off x="2482633" y="0"/>
          <a:ext cx="2576821" cy="3645024"/>
        </a:xfrm>
        <a:prstGeom prst="roundRect">
          <a:avLst>
            <a:gd name="adj" fmla="val 10000"/>
          </a:avLst>
        </a:prstGeom>
        <a:gradFill rotWithShape="0">
          <a:gsLst>
            <a:gs pos="0">
              <a:schemeClr val="accent3">
                <a:alpha val="90000"/>
                <a:hueOff val="0"/>
                <a:satOff val="0"/>
                <a:lumOff val="0"/>
                <a:alphaOff val="-20000"/>
                <a:tint val="64000"/>
                <a:lumMod val="118000"/>
              </a:schemeClr>
            </a:gs>
            <a:gs pos="100000">
              <a:schemeClr val="accent3">
                <a:alpha val="90000"/>
                <a:hueOff val="0"/>
                <a:satOff val="0"/>
                <a:lumOff val="0"/>
                <a:alphaOff val="-20000"/>
                <a:tint val="92000"/>
                <a:alpha val="100000"/>
                <a:lumMod val="11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0904" tIns="120904" rIns="120904" bIns="120904" numCol="1" spcCol="1270" anchor="t" anchorCtr="1">
          <a:noAutofit/>
        </a:bodyPr>
        <a:lstStyle/>
        <a:p>
          <a:pPr lvl="0" algn="l" defTabSz="755650">
            <a:lnSpc>
              <a:spcPct val="90000"/>
            </a:lnSpc>
            <a:spcBef>
              <a:spcPct val="0"/>
            </a:spcBef>
            <a:spcAft>
              <a:spcPct val="35000"/>
            </a:spcAft>
          </a:pPr>
          <a:r>
            <a:rPr lang="en-IN" sz="1700" b="1" kern="1200" dirty="0" smtClean="0">
              <a:latin typeface="Andalus" panose="02020603050405020304" pitchFamily="18" charset="-78"/>
              <a:cs typeface="Andalus" panose="02020603050405020304" pitchFamily="18" charset="-78"/>
            </a:rPr>
            <a:t>POSHAN: The Nourishment Project</a:t>
          </a:r>
          <a:endParaRPr lang="en-US" sz="1700" b="1" kern="1200" dirty="0">
            <a:latin typeface="Andalus" panose="02020603050405020304" pitchFamily="18" charset="-78"/>
            <a:cs typeface="Andalus" panose="02020603050405020304" pitchFamily="18" charset="-78"/>
          </a:endParaRPr>
        </a:p>
        <a:p>
          <a:pPr marL="114300" lvl="1" indent="-114300" algn="just" defTabSz="622300">
            <a:lnSpc>
              <a:spcPct val="90000"/>
            </a:lnSpc>
            <a:spcBef>
              <a:spcPct val="0"/>
            </a:spcBef>
            <a:spcAft>
              <a:spcPct val="15000"/>
            </a:spcAft>
            <a:buChar char="••"/>
          </a:pPr>
          <a:r>
            <a:rPr lang="en-IN" sz="1400" kern="1200" dirty="0" smtClean="0">
              <a:latin typeface="Andalus" panose="02020603050405020304" pitchFamily="18" charset="-78"/>
              <a:cs typeface="Andalus" panose="02020603050405020304" pitchFamily="18" charset="-78"/>
            </a:rPr>
            <a:t>This project is also focused on the kids of the labour and was started keeping in mind the adverse effects of malnutrition.</a:t>
          </a:r>
          <a:endParaRPr lang="en-US" sz="1400" kern="1200" dirty="0">
            <a:latin typeface="Andalus" panose="02020603050405020304" pitchFamily="18" charset="-78"/>
            <a:cs typeface="Andalus" panose="02020603050405020304" pitchFamily="18" charset="-78"/>
          </a:endParaRPr>
        </a:p>
      </dsp:txBody>
      <dsp:txXfrm>
        <a:off x="2482633" y="1458009"/>
        <a:ext cx="2576821" cy="1458009"/>
      </dsp:txXfrm>
    </dsp:sp>
    <dsp:sp modelId="{2DBFDA57-2E42-472A-AB08-F161225FCE18}">
      <dsp:nvSpPr>
        <dsp:cNvPr id="0" name=""/>
        <dsp:cNvSpPr/>
      </dsp:nvSpPr>
      <dsp:spPr>
        <a:xfrm>
          <a:off x="3173888" y="218701"/>
          <a:ext cx="1213792" cy="1213792"/>
        </a:xfrm>
        <a:prstGeom prst="ellipse">
          <a:avLst/>
        </a:prstGeom>
        <a:blipFill>
          <a:blip xmlns:r="http://schemas.openxmlformats.org/officeDocument/2006/relationships" r:embed="rId2" cstate="print">
            <a:extLst>
              <a:ext uri="{28A0092B-C50C-407E-A947-70E740481C1C}">
                <a14:useLocalDpi xmlns:a14="http://schemas.microsoft.com/office/drawing/2010/main" val="0"/>
              </a:ext>
            </a:extLst>
          </a:blip>
          <a:srcRect/>
          <a:stretch>
            <a:fillRect/>
          </a:stretch>
        </a:blipFill>
        <a:ln w="9525" cap="rnd"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1ADFF718-B3E4-4717-9454-0DE2330AC31F}">
      <dsp:nvSpPr>
        <dsp:cNvPr id="0" name=""/>
        <dsp:cNvSpPr/>
      </dsp:nvSpPr>
      <dsp:spPr>
        <a:xfrm>
          <a:off x="5146500" y="0"/>
          <a:ext cx="2576821" cy="3645024"/>
        </a:xfrm>
        <a:prstGeom prst="roundRect">
          <a:avLst>
            <a:gd name="adj" fmla="val 10000"/>
          </a:avLst>
        </a:prstGeom>
        <a:gradFill rotWithShape="0">
          <a:gsLst>
            <a:gs pos="0">
              <a:schemeClr val="accent3">
                <a:alpha val="90000"/>
                <a:hueOff val="0"/>
                <a:satOff val="0"/>
                <a:lumOff val="0"/>
                <a:alphaOff val="-40000"/>
                <a:tint val="64000"/>
                <a:lumMod val="118000"/>
              </a:schemeClr>
            </a:gs>
            <a:gs pos="100000">
              <a:schemeClr val="accent3">
                <a:alpha val="90000"/>
                <a:hueOff val="0"/>
                <a:satOff val="0"/>
                <a:lumOff val="0"/>
                <a:alphaOff val="-40000"/>
                <a:tint val="92000"/>
                <a:alpha val="100000"/>
                <a:lumMod val="11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0904" tIns="120904" rIns="120904" bIns="120904" numCol="1" spcCol="1270" anchor="t" anchorCtr="1">
          <a:noAutofit/>
        </a:bodyPr>
        <a:lstStyle/>
        <a:p>
          <a:pPr lvl="0" algn="l" defTabSz="755650">
            <a:lnSpc>
              <a:spcPct val="90000"/>
            </a:lnSpc>
            <a:spcBef>
              <a:spcPct val="0"/>
            </a:spcBef>
            <a:spcAft>
              <a:spcPct val="35000"/>
            </a:spcAft>
          </a:pPr>
          <a:r>
            <a:rPr lang="en-IN" sz="1700" b="1" kern="1200" dirty="0" smtClean="0">
              <a:latin typeface="Andalus" panose="02020603050405020304" pitchFamily="18" charset="-78"/>
              <a:cs typeface="Andalus" panose="02020603050405020304" pitchFamily="18" charset="-78"/>
            </a:rPr>
            <a:t>AMBEDKAR BASTI: The Community Project</a:t>
          </a:r>
          <a:endParaRPr lang="en-US" sz="1700" b="1" kern="1200" dirty="0">
            <a:latin typeface="Andalus" panose="02020603050405020304" pitchFamily="18" charset="-78"/>
            <a:cs typeface="Andalus" panose="02020603050405020304" pitchFamily="18" charset="-78"/>
          </a:endParaRPr>
        </a:p>
        <a:p>
          <a:pPr marL="114300" lvl="1" indent="-114300" algn="l" defTabSz="622300">
            <a:lnSpc>
              <a:spcPct val="90000"/>
            </a:lnSpc>
            <a:spcBef>
              <a:spcPct val="0"/>
            </a:spcBef>
            <a:spcAft>
              <a:spcPct val="15000"/>
            </a:spcAft>
            <a:buChar char="••"/>
          </a:pPr>
          <a:r>
            <a:rPr lang="en-IN" sz="1400" kern="1200" dirty="0" smtClean="0">
              <a:latin typeface="Andalus" panose="02020603050405020304" pitchFamily="18" charset="-78"/>
              <a:cs typeface="Andalus" panose="02020603050405020304" pitchFamily="18" charset="-78"/>
            </a:rPr>
            <a:t>This project is focused on the development of the nearby </a:t>
          </a:r>
          <a:r>
            <a:rPr lang="en-IN" sz="1400" kern="1200" dirty="0" err="1" smtClean="0">
              <a:latin typeface="Andalus" panose="02020603050405020304" pitchFamily="18" charset="-78"/>
              <a:cs typeface="Andalus" panose="02020603050405020304" pitchFamily="18" charset="-78"/>
            </a:rPr>
            <a:t>basti</a:t>
          </a:r>
          <a:r>
            <a:rPr lang="en-IN" sz="1400" kern="1200" dirty="0" smtClean="0">
              <a:latin typeface="Andalus" panose="02020603050405020304" pitchFamily="18" charset="-78"/>
              <a:cs typeface="Andalus" panose="02020603050405020304" pitchFamily="18" charset="-78"/>
            </a:rPr>
            <a:t> called the Ambedkar </a:t>
          </a:r>
          <a:r>
            <a:rPr lang="en-IN" sz="1400" kern="1200" dirty="0" err="1" smtClean="0">
              <a:latin typeface="Andalus" panose="02020603050405020304" pitchFamily="18" charset="-78"/>
              <a:cs typeface="Andalus" panose="02020603050405020304" pitchFamily="18" charset="-78"/>
            </a:rPr>
            <a:t>Basti</a:t>
          </a:r>
          <a:r>
            <a:rPr lang="en-IN" sz="1400" kern="1200" dirty="0" smtClean="0">
              <a:latin typeface="Andalus" panose="02020603050405020304" pitchFamily="18" charset="-78"/>
              <a:cs typeface="Andalus" panose="02020603050405020304" pitchFamily="18" charset="-78"/>
            </a:rPr>
            <a:t>.</a:t>
          </a:r>
          <a:endParaRPr lang="en-US" sz="1400" kern="1200" dirty="0">
            <a:latin typeface="Andalus" panose="02020603050405020304" pitchFamily="18" charset="-78"/>
            <a:cs typeface="Andalus" panose="02020603050405020304" pitchFamily="18" charset="-78"/>
          </a:endParaRPr>
        </a:p>
      </dsp:txBody>
      <dsp:txXfrm>
        <a:off x="5146500" y="1458009"/>
        <a:ext cx="2576821" cy="1458009"/>
      </dsp:txXfrm>
    </dsp:sp>
    <dsp:sp modelId="{705E3698-C7D5-425F-BEBF-657935B9C070}">
      <dsp:nvSpPr>
        <dsp:cNvPr id="0" name=""/>
        <dsp:cNvSpPr/>
      </dsp:nvSpPr>
      <dsp:spPr>
        <a:xfrm>
          <a:off x="5828015" y="218701"/>
          <a:ext cx="1213792" cy="1213792"/>
        </a:xfrm>
        <a:prstGeom prst="ellipse">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a:stretch>
        </a:blipFill>
        <a:ln w="9525" cap="rnd" cmpd="sng" algn="ctr">
          <a:solidFill>
            <a:schemeClr val="lt1">
              <a:hueOff val="0"/>
              <a:satOff val="0"/>
              <a:lumOff val="0"/>
              <a:alphaOff val="0"/>
            </a:schemeClr>
          </a:solidFill>
          <a:prstDash val="solid"/>
        </a:ln>
        <a:effectLst/>
      </dsp:spPr>
      <dsp:style>
        <a:lnRef idx="1">
          <a:scrgbClr r="0" g="0" b="0"/>
        </a:lnRef>
        <a:fillRef idx="1">
          <a:scrgbClr r="0" g="0" b="0"/>
        </a:fillRef>
        <a:effectRef idx="1">
          <a:scrgbClr r="0" g="0" b="0"/>
        </a:effectRef>
        <a:fontRef idx="minor"/>
      </dsp:style>
    </dsp:sp>
    <dsp:sp modelId="{7939CF95-5C74-47BA-AAC3-9D5DA3F015DF}">
      <dsp:nvSpPr>
        <dsp:cNvPr id="0" name=""/>
        <dsp:cNvSpPr/>
      </dsp:nvSpPr>
      <dsp:spPr>
        <a:xfrm flipV="1">
          <a:off x="582586" y="3477587"/>
          <a:ext cx="6531953" cy="44872"/>
        </a:xfrm>
        <a:prstGeom prst="leftRightArrow">
          <a:avLst/>
        </a:prstGeom>
        <a:gradFill rotWithShape="0">
          <a:gsLst>
            <a:gs pos="0">
              <a:schemeClr val="accent3">
                <a:tint val="40000"/>
                <a:hueOff val="0"/>
                <a:satOff val="0"/>
                <a:lumOff val="0"/>
                <a:alphaOff val="0"/>
                <a:tint val="64000"/>
                <a:lumMod val="118000"/>
              </a:schemeClr>
            </a:gs>
            <a:gs pos="100000">
              <a:schemeClr val="accent3">
                <a:tint val="40000"/>
                <a:hueOff val="0"/>
                <a:satOff val="0"/>
                <a:lumOff val="0"/>
                <a:alphaOff val="0"/>
                <a:tint val="92000"/>
                <a:alpha val="100000"/>
                <a:lumMod val="110000"/>
              </a:schemeClr>
            </a:gs>
          </a:gsLst>
          <a:lin ang="5400000" scaled="0"/>
        </a:gradFill>
        <a:ln w="9525" cap="rnd" cmpd="sng" algn="ctr">
          <a:solidFill>
            <a:schemeClr val="lt1">
              <a:hueOff val="0"/>
              <a:satOff val="0"/>
              <a:lumOff val="0"/>
              <a:alphaOff val="0"/>
            </a:schemeClr>
          </a:solidFill>
          <a:prstDash val="solid"/>
        </a:ln>
        <a:effectLst/>
        <a:scene3d>
          <a:camera prst="orthographicFront"/>
          <a:lightRig rig="flat" dir="t"/>
        </a:scene3d>
        <a:sp3d prstMaterial="dkEdge">
          <a:bevelT w="8200" h="38100"/>
        </a:sp3d>
      </dsp:spPr>
      <dsp:style>
        <a:lnRef idx="1">
          <a:scrgbClr r="0" g="0" b="0"/>
        </a:lnRef>
        <a:fillRef idx="2">
          <a:scrgbClr r="0" g="0" b="0"/>
        </a:fillRef>
        <a:effectRef idx="1">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7069CD-421D-49A5-9555-5CAB18D0EB05}">
      <dsp:nvSpPr>
        <dsp:cNvPr id="0" name=""/>
        <dsp:cNvSpPr/>
      </dsp:nvSpPr>
      <dsp:spPr>
        <a:xfrm>
          <a:off x="0" y="42073"/>
          <a:ext cx="9144000" cy="2057400"/>
        </a:xfrm>
        <a:prstGeom prst="rect">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228600" tIns="228600" rIns="228600" bIns="228600" numCol="1" spcCol="1270" anchor="ctr" anchorCtr="0">
          <a:noAutofit/>
        </a:bodyPr>
        <a:lstStyle/>
        <a:p>
          <a:pPr lvl="0" algn="ctr" defTabSz="2667000">
            <a:lnSpc>
              <a:spcPct val="100000"/>
            </a:lnSpc>
            <a:spcBef>
              <a:spcPct val="0"/>
            </a:spcBef>
            <a:spcAft>
              <a:spcPts val="0"/>
            </a:spcAft>
          </a:pPr>
          <a:r>
            <a:rPr lang="en-US" sz="6000" kern="1200" dirty="0" smtClean="0"/>
            <a:t>UDAY</a:t>
          </a:r>
        </a:p>
        <a:p>
          <a:pPr lvl="0" algn="ctr" defTabSz="2667000">
            <a:lnSpc>
              <a:spcPct val="100000"/>
            </a:lnSpc>
            <a:spcBef>
              <a:spcPct val="0"/>
            </a:spcBef>
            <a:spcAft>
              <a:spcPts val="0"/>
            </a:spcAft>
          </a:pPr>
          <a:r>
            <a:rPr lang="en-US" sz="3400" kern="1200" dirty="0" smtClean="0"/>
            <a:t>The Teaching Project</a:t>
          </a:r>
          <a:endParaRPr lang="en-US" sz="3400" kern="1200" dirty="0"/>
        </a:p>
      </dsp:txBody>
      <dsp:txXfrm>
        <a:off x="0" y="42073"/>
        <a:ext cx="9144000" cy="2057400"/>
      </dsp:txXfrm>
    </dsp:sp>
    <dsp:sp modelId="{9C12D60C-C4EC-4C67-9CC0-504CE184E9D0}">
      <dsp:nvSpPr>
        <dsp:cNvPr id="0" name=""/>
        <dsp:cNvSpPr/>
      </dsp:nvSpPr>
      <dsp:spPr>
        <a:xfrm>
          <a:off x="5688" y="2042969"/>
          <a:ext cx="2853035" cy="4320540"/>
        </a:xfrm>
        <a:prstGeom prst="rect">
          <a:avLst/>
        </a:prstGeom>
        <a:gradFill rotWithShape="0">
          <a:gsLst>
            <a:gs pos="0">
              <a:schemeClr val="accent1">
                <a:shade val="80000"/>
                <a:hueOff val="0"/>
                <a:satOff val="0"/>
                <a:lumOff val="0"/>
                <a:alphaOff val="0"/>
                <a:tint val="64000"/>
                <a:lumMod val="118000"/>
              </a:schemeClr>
            </a:gs>
            <a:gs pos="100000">
              <a:schemeClr val="accent1">
                <a:shade val="80000"/>
                <a:hueOff val="0"/>
                <a:satOff val="0"/>
                <a:lumOff val="0"/>
                <a:alphaOff val="0"/>
                <a:tint val="92000"/>
                <a:alpha val="100000"/>
                <a:lumMod val="11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u="sng" kern="1200" dirty="0" smtClean="0"/>
            <a:t>Objective</a:t>
          </a:r>
        </a:p>
        <a:p>
          <a:pPr lvl="0" algn="l" defTabSz="711200">
            <a:lnSpc>
              <a:spcPct val="90000"/>
            </a:lnSpc>
            <a:spcBef>
              <a:spcPct val="0"/>
            </a:spcBef>
            <a:spcAft>
              <a:spcPct val="35000"/>
            </a:spcAft>
          </a:pPr>
          <a:r>
            <a:rPr lang="en-US" sz="1300" kern="1200" dirty="0" smtClean="0"/>
            <a:t>- </a:t>
          </a:r>
          <a:r>
            <a:rPr lang="en-IN" sz="1300" kern="1200" dirty="0" smtClean="0"/>
            <a:t>Proper education to the kids of these labours so that they do not suffer in future like their parents and also to inculcate proper health, hygiene and moral values in both the parents and their children</a:t>
          </a:r>
          <a:r>
            <a:rPr lang="en-IN" sz="1200" kern="1200" dirty="0" smtClean="0"/>
            <a:t>.</a:t>
          </a:r>
          <a:endParaRPr lang="en-US" sz="1200" kern="1200" dirty="0"/>
        </a:p>
      </dsp:txBody>
      <dsp:txXfrm>
        <a:off x="5688" y="2042969"/>
        <a:ext cx="2853035" cy="4320540"/>
      </dsp:txXfrm>
    </dsp:sp>
    <dsp:sp modelId="{48E46380-7757-41F3-A7E6-EA5629B8574A}">
      <dsp:nvSpPr>
        <dsp:cNvPr id="0" name=""/>
        <dsp:cNvSpPr/>
      </dsp:nvSpPr>
      <dsp:spPr>
        <a:xfrm>
          <a:off x="2859408" y="2057400"/>
          <a:ext cx="6278217" cy="4320540"/>
        </a:xfrm>
        <a:prstGeom prst="rect">
          <a:avLst/>
        </a:prstGeom>
        <a:gradFill rotWithShape="0">
          <a:gsLst>
            <a:gs pos="0">
              <a:schemeClr val="accent1">
                <a:shade val="80000"/>
                <a:hueOff val="-35594"/>
                <a:satOff val="-46990"/>
                <a:lumOff val="35043"/>
                <a:alphaOff val="0"/>
                <a:tint val="64000"/>
                <a:lumMod val="118000"/>
              </a:schemeClr>
            </a:gs>
            <a:gs pos="100000">
              <a:schemeClr val="accent1">
                <a:shade val="80000"/>
                <a:hueOff val="-35594"/>
                <a:satOff val="-46990"/>
                <a:lumOff val="35043"/>
                <a:alphaOff val="0"/>
                <a:tint val="92000"/>
                <a:alpha val="100000"/>
                <a:lumMod val="11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0960" tIns="60960" rIns="60960" bIns="60960" numCol="1" spcCol="1270" anchor="ctr" anchorCtr="0">
          <a:noAutofit/>
        </a:bodyPr>
        <a:lstStyle/>
        <a:p>
          <a:pPr lvl="0" algn="ctr" defTabSz="711200">
            <a:lnSpc>
              <a:spcPct val="90000"/>
            </a:lnSpc>
            <a:spcBef>
              <a:spcPct val="0"/>
            </a:spcBef>
            <a:spcAft>
              <a:spcPct val="35000"/>
            </a:spcAft>
          </a:pPr>
          <a:r>
            <a:rPr lang="en-US" sz="1600" u="sng" kern="1200" dirty="0" smtClean="0"/>
            <a:t>Ways Adopted</a:t>
          </a:r>
        </a:p>
        <a:p>
          <a:pPr lvl="0" algn="l" defTabSz="711200">
            <a:lnSpc>
              <a:spcPct val="90000"/>
            </a:lnSpc>
            <a:spcBef>
              <a:spcPct val="0"/>
            </a:spcBef>
            <a:spcAft>
              <a:spcPct val="35000"/>
            </a:spcAft>
          </a:pPr>
          <a:r>
            <a:rPr lang="en-IN" sz="1300" kern="1200" dirty="0" smtClean="0"/>
            <a:t>- Giving evening tuitions to the children in proper classrooms within the college itself.</a:t>
          </a:r>
          <a:endParaRPr lang="en-US" sz="1300" kern="1200" dirty="0" smtClean="0"/>
        </a:p>
        <a:p>
          <a:pPr lvl="0" algn="l" defTabSz="711200">
            <a:lnSpc>
              <a:spcPct val="90000"/>
            </a:lnSpc>
            <a:spcBef>
              <a:spcPct val="0"/>
            </a:spcBef>
            <a:spcAft>
              <a:spcPct val="35000"/>
            </a:spcAft>
          </a:pPr>
          <a:r>
            <a:rPr lang="en-IN" sz="1300" kern="1200" dirty="0" smtClean="0"/>
            <a:t>- Providing them study material, stationary and small gifts to encourage them to give their best.</a:t>
          </a:r>
          <a:endParaRPr lang="en-US" sz="1300" kern="1200" dirty="0" smtClean="0"/>
        </a:p>
        <a:p>
          <a:pPr lvl="0" algn="l" defTabSz="711200">
            <a:lnSpc>
              <a:spcPct val="90000"/>
            </a:lnSpc>
            <a:spcBef>
              <a:spcPct val="0"/>
            </a:spcBef>
            <a:spcAft>
              <a:spcPct val="35000"/>
            </a:spcAft>
          </a:pPr>
          <a:r>
            <a:rPr lang="en-US" sz="1300" kern="1200" dirty="0" smtClean="0"/>
            <a:t>- Participation of children in the college fest to keep them ahead in extra curricular activities as well.</a:t>
          </a:r>
        </a:p>
        <a:p>
          <a:pPr lvl="0" algn="l" defTabSz="711200">
            <a:lnSpc>
              <a:spcPct val="90000"/>
            </a:lnSpc>
            <a:spcBef>
              <a:spcPct val="0"/>
            </a:spcBef>
            <a:spcAft>
              <a:spcPct val="35000"/>
            </a:spcAft>
          </a:pPr>
          <a:r>
            <a:rPr lang="en-US" sz="1300" kern="1200" dirty="0" smtClean="0"/>
            <a:t>- Regular class tests and updating the parents about the progress to make them more responsible.</a:t>
          </a:r>
        </a:p>
        <a:p>
          <a:pPr lvl="0" algn="l" defTabSz="711200">
            <a:lnSpc>
              <a:spcPct val="90000"/>
            </a:lnSpc>
            <a:spcBef>
              <a:spcPct val="0"/>
            </a:spcBef>
            <a:spcAft>
              <a:spcPct val="35000"/>
            </a:spcAft>
          </a:pPr>
          <a:r>
            <a:rPr lang="en-US" sz="1300" kern="1200" dirty="0" smtClean="0"/>
            <a:t>- Admission of  the non-school going kids to the government school nearby.</a:t>
          </a:r>
        </a:p>
        <a:p>
          <a:pPr lvl="0" algn="l" defTabSz="711200">
            <a:lnSpc>
              <a:spcPct val="90000"/>
            </a:lnSpc>
            <a:spcBef>
              <a:spcPct val="0"/>
            </a:spcBef>
            <a:spcAft>
              <a:spcPct val="35000"/>
            </a:spcAft>
          </a:pPr>
          <a:r>
            <a:rPr lang="en-US" sz="1300" kern="1200" dirty="0" smtClean="0"/>
            <a:t>-Providing them with stationary for school and transportation fees as well.</a:t>
          </a:r>
        </a:p>
        <a:p>
          <a:pPr lvl="0" algn="l" defTabSz="711200">
            <a:lnSpc>
              <a:spcPct val="90000"/>
            </a:lnSpc>
            <a:spcBef>
              <a:spcPct val="0"/>
            </a:spcBef>
            <a:spcAft>
              <a:spcPct val="35000"/>
            </a:spcAft>
          </a:pPr>
          <a:r>
            <a:rPr lang="en-US" sz="1300" kern="1200" dirty="0" smtClean="0"/>
            <a:t>- Celebrating all the festivals with them so that they know the importance of all the  festivals and socialism.</a:t>
          </a:r>
        </a:p>
      </dsp:txBody>
      <dsp:txXfrm>
        <a:off x="2859408" y="2057400"/>
        <a:ext cx="6278217" cy="4320540"/>
      </dsp:txXfrm>
    </dsp:sp>
    <dsp:sp modelId="{AB1CD71D-6B2C-4DE7-9624-1CFA76CD6913}">
      <dsp:nvSpPr>
        <dsp:cNvPr id="0" name=""/>
        <dsp:cNvSpPr/>
      </dsp:nvSpPr>
      <dsp:spPr>
        <a:xfrm>
          <a:off x="0" y="6377940"/>
          <a:ext cx="9144000" cy="480060"/>
        </a:xfrm>
        <a:prstGeom prst="rect">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List7#1">
  <dgm:title val=""/>
  <dgm:desc val=""/>
  <dgm:catLst>
    <dgm:cat type="list" pri="12000"/>
    <dgm:cat type="process" pri="20000"/>
    <dgm:cat type="relationship" pri="14000"/>
    <dgm:cat type="convert" pri="8000"/>
    <dgm:cat type="picture" pri="25000"/>
    <dgm:cat type="pictureconvert" pri="2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fgShape" refType="w" fact="0.92"/>
      <dgm:constr type="h" for="ch" forName="fgShape" refType="h" fact="0.15"/>
      <dgm:constr type="b" for="ch" forName="fgShape" refType="h" fact="0.95"/>
      <dgm:constr type="ctrX" for="ch" forName="fgShape" refType="w" fact="0.5"/>
      <dgm:constr type="w" for="ch" forName="linComp" refType="w"/>
      <dgm:constr type="h" for="ch" forName="linComp" refType="h"/>
      <dgm:constr type="ctrX" for="ch" forName="linComp" refType="w" fact="0.5"/>
    </dgm:constrLst>
    <dgm:ruleLst/>
    <dgm:layoutNode name="fgShape" styleLbl="fgShp">
      <dgm:alg type="sp"/>
      <dgm:shape xmlns:r="http://schemas.openxmlformats.org/officeDocument/2006/relationships" type="leftRightArrow" r:blip="" zOrderOff="99999">
        <dgm:adjLst/>
      </dgm:shape>
      <dgm:presOf/>
      <dgm:constrLst/>
      <dgm:ruleLst/>
    </dgm:layoutNode>
    <dgm:layoutNode name="linComp">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03"/>
        <dgm:constr type="primFontSz" for="des" ptType="node" op="equ" val="65"/>
      </dgm:constrLst>
      <dgm:ruleLst/>
      <dgm:forEach name="nodesForEach" axis="ch" ptType="node">
        <dgm:layoutNode name="compNode">
          <dgm:alg type="composite"/>
          <dgm:shape xmlns:r="http://schemas.openxmlformats.org/officeDocument/2006/relationships" r:blip="">
            <dgm:adjLst/>
          </dgm:shape>
          <dgm:presOf/>
          <dgm:constrLst>
            <dgm:constr type="w" for="ch" forName="bkgdShape" refType="w"/>
            <dgm:constr type="h" for="ch" forName="bkgdShape" refType="h"/>
            <dgm:constr type="w" for="ch" forName="nodeTx" refType="w"/>
            <dgm:constr type="h" for="ch" forName="nodeTx" refType="h" fact="0.4"/>
            <dgm:constr type="b" for="ch" forName="nodeTx" refType="h" fact="0.8"/>
            <dgm:constr type="w" for="ch" forName="invisiNode" refType="w" fact="0.01"/>
            <dgm:constr type="h" for="ch" forName="invisiNode" refType="h" fact="0.06"/>
            <dgm:constr type="t" for="ch" forName="invisiNode"/>
            <dgm:constr type="ctrX" for="ch" forName="invisiNode" refType="w" fact="0.5"/>
            <dgm:constr type="h" for="ch" forName="imagNode" refType="h" fact="0.333"/>
            <dgm:constr type="w" for="ch" forName="imagNode" refType="h" refFor="ch" refForName="imagNode"/>
            <dgm:constr type="ctrX" for="ch" forName="imagNode" refType="w" fact="0.5"/>
            <dgm:constr type="t" for="ch" forName="imagNode" refType="h" fact="0.06"/>
            <dgm:constr type="w" for="ch" forName="imagNode" refType="w" op="lte" fact="0.94"/>
          </dgm:constrLst>
          <dgm:ruleLst/>
          <dgm:layoutNode name="bkgdShape">
            <dgm:alg type="sp"/>
            <dgm:shape xmlns:r="http://schemas.openxmlformats.org/officeDocument/2006/relationships" type="roundRect" r:blip="">
              <dgm:adjLst>
                <dgm:adj idx="1" val="0.1"/>
              </dgm:adjLst>
            </dgm:shape>
            <dgm:presOf axis="desOrSelf" ptType="node"/>
            <dgm:constrLst/>
            <dgm:ruleLst/>
          </dgm:layoutNode>
          <dgm:layoutNode name="nodeTx">
            <dgm:varLst>
              <dgm:bulletEnabled val="1"/>
            </dgm:varLst>
            <dgm:alg type="tx">
              <dgm:param type="txAnchorVert" val="mid"/>
              <dgm:param type="txAnchorHorzCh" val="ctr"/>
              <dgm:param type="stBulletLvl" val="2"/>
            </dgm:alg>
            <dgm:shape xmlns:r="http://schemas.openxmlformats.org/officeDocument/2006/relationships" type="rect" r:blip="" hideGeom="1">
              <dgm:adjLst/>
            </dgm:shape>
            <dgm:presOf axis="desOrSelf" ptType="node"/>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List3">
  <dgm:title val=""/>
  <dgm:desc val=""/>
  <dgm:catLst>
    <dgm:cat type="list" pri="1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1" destId="2" srcOrd="0" destOrd="0"/>
        <dgm:cxn modelId="7" srcId="1" destId="3" srcOrd="1" destOrd="0"/>
        <dgm:cxn modelId="8" srcId="1" destId="4" srcOrd="2" destOrd="0"/>
      </dgm:cxnLst>
      <dgm:bg/>
      <dgm:whole/>
    </dgm:dataModel>
  </dgm:sampData>
  <dgm:styleData>
    <dgm:dataModel>
      <dgm:ptLst>
        <dgm:pt modelId="0" type="doc"/>
        <dgm:pt modelId="1"/>
        <dgm:pt modelId="2"/>
        <dgm:pt modelId="3"/>
      </dgm:ptLst>
      <dgm:cxnLst>
        <dgm:cxn modelId="5" srcId="0" destId="1" srcOrd="0" destOrd="0"/>
        <dgm:cxn modelId="6" srcId="1" destId="2" srcOrd="0" destOrd="0"/>
        <dgm:cxn modelId="7" srcId="1" destId="3" srcOrd="1" destOrd="0"/>
      </dgm:cxnLst>
      <dgm:bg/>
      <dgm:whole/>
    </dgm:dataModel>
  </dgm:styleData>
  <dgm:clrData>
    <dgm:dataModel>
      <dgm:ptLst>
        <dgm:pt modelId="0" type="doc"/>
        <dgm:pt modelId="1"/>
        <dgm:pt modelId="2"/>
        <dgm:pt modelId="3"/>
        <dgm:pt modelId="4"/>
        <dgm:pt modelId="5"/>
      </dgm:ptLst>
      <dgm:cxnLst>
        <dgm:cxn modelId="6" srcId="0" destId="1" srcOrd="0" destOrd="0"/>
        <dgm:cxn modelId="7" srcId="1" destId="2" srcOrd="0" destOrd="0"/>
        <dgm:cxn modelId="8" srcId="1" destId="3" srcOrd="1" destOrd="0"/>
        <dgm:cxn modelId="9" srcId="1" destId="4" srcOrd="2" destOrd="0"/>
        <dgm:cxn modelId="10" srcId="1" destId="5" srcOrd="3" destOrd="0"/>
      </dgm:cxnLst>
      <dgm:bg/>
      <dgm:whole/>
    </dgm:dataModel>
  </dgm:clrData>
  <dgm:layoutNode name="composite">
    <dgm:varLst>
      <dgm:chMax val="1"/>
      <dgm:dir/>
      <dgm:resizeHandles val="exact"/>
    </dgm:varLst>
    <dgm:alg type="composite"/>
    <dgm:shape xmlns:r="http://schemas.openxmlformats.org/officeDocument/2006/relationships" r:blip="">
      <dgm:adjLst/>
    </dgm:shape>
    <dgm:presOf/>
    <dgm:constrLst>
      <dgm:constr type="w" for="ch" forName="roof" refType="w"/>
      <dgm:constr type="h" for="ch" forName="roof" refType="h" fact="0.3"/>
      <dgm:constr type="primFontSz" for="ch" forName="roof" val="65"/>
      <dgm:constr type="w" for="ch" forName="pillars" refType="w"/>
      <dgm:constr type="h" for="ch" forName="pillars" refType="h" fact="0.63"/>
      <dgm:constr type="t" for="ch" forName="pillars" refType="h" fact="0.3"/>
      <dgm:constr type="primFontSz" for="des" forName="pillar1" val="65"/>
      <dgm:constr type="primFontSz" for="des" forName="pillarX" refType="primFontSz" refFor="des" refForName="pillar1" op="equ"/>
      <dgm:constr type="w" for="ch" forName="base" refType="w"/>
      <dgm:constr type="h" for="ch" forName="base" refType="h" fact="0.07"/>
      <dgm:constr type="t" for="ch" forName="base" refType="h" fact="0.93"/>
    </dgm:constrLst>
    <dgm:ruleLst/>
    <dgm:forEach name="Name0" axis="ch" ptType="node" cnt="1">
      <dgm:layoutNode name="roof" styleLbl="dkBgShp">
        <dgm:alg type="tx"/>
        <dgm:shape xmlns:r="http://schemas.openxmlformats.org/officeDocument/2006/relationships" type="rect" r:blip="">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illars" styleLbl="node1">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pillar1" refType="w"/>
          <dgm:constr type="h" for="ch" forName="pillar1" refType="h"/>
          <dgm:constr type="w" for="ch" forName="pillarX" refType="w"/>
          <dgm:constr type="h" for="ch" forName="pillarX" refType="h"/>
        </dgm:constrLst>
        <dgm:ruleLst/>
        <dgm:layoutNode name="pillar1" styleLbl="node1">
          <dgm:varLst>
            <dgm:bulletEnabled val="1"/>
          </dgm:varLst>
          <dgm:alg type="tx"/>
          <dgm:shape xmlns:r="http://schemas.openxmlformats.org/officeDocument/2006/relationships" type="rect" r:blip="">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ch" ptType="node" st="2">
          <dgm:layoutNode name="pillarX" styleLbl="node1">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dgm:layoutNode>
      <dgm:layoutNode name="base" styleLbl="dkBgShp">
        <dgm:alg type="sp"/>
        <dgm:shape xmlns:r="http://schemas.openxmlformats.org/officeDocument/2006/relationships" type="rect" r:blip="">
          <dgm:adjLst/>
        </dgm:shape>
        <dgm:presOf/>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7574DF-8A4A-4393-BFF1-9AC88AAFFD66}" type="datetimeFigureOut">
              <a:rPr lang="en-US" smtClean="0"/>
              <a:pPr/>
              <a:t>2/27/2016</a:t>
            </a:fld>
            <a:endParaRPr lang="en-IN"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3136E18-77A2-4314-9A62-8C7BDC651E44}" type="slidenum">
              <a:rPr lang="en-IN" smtClean="0"/>
              <a:pPr/>
              <a:t>‹#›</a:t>
            </a:fld>
            <a:endParaRPr lang="en-IN" dirty="0"/>
          </a:p>
        </p:txBody>
      </p:sp>
    </p:spTree>
    <p:extLst>
      <p:ext uri="{BB962C8B-B14F-4D97-AF65-F5344CB8AC3E}">
        <p14:creationId xmlns:p14="http://schemas.microsoft.com/office/powerpoint/2010/main" val="852462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Shape 38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390" name="Shape 390"/>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1825261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Shape 417"/>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18" name="Shape 418"/>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2832977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Shape 438"/>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39" name="Shape 439"/>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37383684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Shape 432"/>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pPr>
              <a:spcBef>
                <a:spcPts val="0"/>
              </a:spcBef>
              <a:buNone/>
            </a:pPr>
            <a:endParaRPr/>
          </a:p>
        </p:txBody>
      </p:sp>
      <p:sp>
        <p:nvSpPr>
          <p:cNvPr id="433" name="Shape 433"/>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Tree>
    <p:extLst>
      <p:ext uri="{BB962C8B-B14F-4D97-AF65-F5344CB8AC3E}">
        <p14:creationId xmlns:p14="http://schemas.microsoft.com/office/powerpoint/2010/main" val="2508967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4205915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2367243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34257095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14614576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3825500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5" name="Footer Placeholder 3"/>
          <p:cNvSpPr>
            <a:spLocks noGrp="1"/>
          </p:cNvSpPr>
          <p:nvPr>
            <p:ph type="ftr" sz="quarter" idx="11"/>
          </p:nvPr>
        </p:nvSpPr>
        <p:spPr/>
        <p:txBody>
          <a:bodyPr/>
          <a:lstStyle/>
          <a:p>
            <a:endParaRPr lang="en-IN" dirty="0"/>
          </a:p>
        </p:txBody>
      </p:sp>
      <p:sp>
        <p:nvSpPr>
          <p:cNvPr id="6" name="Slide Number Placeholder 4"/>
          <p:cNvSpPr>
            <a:spLocks noGrp="1"/>
          </p:cNvSpPr>
          <p:nvPr>
            <p:ph type="sldNum" sz="quarter" idx="12"/>
          </p:nvPr>
        </p:nvSpPr>
        <p:spPr/>
        <p:txBody>
          <a:body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597533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5" name="Footer Placeholder 2"/>
          <p:cNvSpPr>
            <a:spLocks noGrp="1"/>
          </p:cNvSpPr>
          <p:nvPr>
            <p:ph type="ftr" sz="quarter" idx="11"/>
          </p:nvPr>
        </p:nvSpPr>
        <p:spPr/>
        <p:txBody>
          <a:bodyPr/>
          <a:lstStyle/>
          <a:p>
            <a:endParaRPr lang="en-IN" dirty="0"/>
          </a:p>
        </p:txBody>
      </p:sp>
      <p:sp>
        <p:nvSpPr>
          <p:cNvPr id="6" name="Slide Number Placeholder 3"/>
          <p:cNvSpPr>
            <a:spLocks noGrp="1"/>
          </p:cNvSpPr>
          <p:nvPr>
            <p:ph type="sldNum" sz="quarter" idx="12"/>
          </p:nvPr>
        </p:nvSpPr>
        <p:spPr/>
        <p:txBody>
          <a:body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37279541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7" name="Date Placeholder 4"/>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5" name="Footer Placeholder 5"/>
          <p:cNvSpPr>
            <a:spLocks noGrp="1"/>
          </p:cNvSpPr>
          <p:nvPr>
            <p:ph type="ftr" sz="quarter" idx="11"/>
          </p:nvPr>
        </p:nvSpPr>
        <p:spPr/>
        <p:txBody>
          <a:bodyPr/>
          <a:lstStyle/>
          <a:p>
            <a:endParaRPr lang="en-IN" dirty="0"/>
          </a:p>
        </p:txBody>
      </p:sp>
      <p:sp>
        <p:nvSpPr>
          <p:cNvPr id="6" name="Slide Number Placeholder 6"/>
          <p:cNvSpPr>
            <a:spLocks noGrp="1"/>
          </p:cNvSpPr>
          <p:nvPr>
            <p:ph type="sldNum" sz="quarter" idx="12"/>
          </p:nvPr>
        </p:nvSpPr>
        <p:spPr/>
        <p:txBody>
          <a:body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37028734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251582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2752473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39804890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2E8B958-3AEE-4175-91DD-897E91DEDB25}" type="slidenum">
              <a:rPr lang="en-IN" smtClean="0"/>
              <a:pPr/>
              <a:t>‹#›</a:t>
            </a:fld>
            <a:endParaRPr lang="en-IN" dirty="0"/>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7104715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4637675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4"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9626501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4"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27860118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21838114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8A25037-35B7-4D58-99D7-024B925A9572}" type="datetimeFigureOut">
              <a:rPr lang="en-US" smtClean="0"/>
              <a:pPr/>
              <a:t>2/27/2016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724248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A8A25037-35B7-4D58-99D7-024B925A9572}" type="datetimeFigureOut">
              <a:rPr lang="en-US" smtClean="0"/>
              <a:pPr/>
              <a:t>2/27/2016</a:t>
            </a:fld>
            <a:endParaRPr lang="en-IN" dirty="0"/>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dirty="0"/>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62E8B958-3AEE-4175-91DD-897E91DEDB25}" type="slidenum">
              <a:rPr lang="en-IN" smtClean="0"/>
              <a:pPr/>
              <a:t>‹#›</a:t>
            </a:fld>
            <a:endParaRPr lang="en-IN" dirty="0"/>
          </a:p>
        </p:txBody>
      </p:sp>
    </p:spTree>
    <p:extLst>
      <p:ext uri="{BB962C8B-B14F-4D97-AF65-F5344CB8AC3E}">
        <p14:creationId xmlns:p14="http://schemas.microsoft.com/office/powerpoint/2010/main" val="4255169182"/>
      </p:ext>
    </p:extLst>
  </p:cSld>
  <p:clrMap bg1="dk1" tx1="lt1" bg2="dk2" tx2="lt2" accent1="accent1" accent2="accent2" accent3="accent3" accent4="accent4" accent5="accent5" accent6="accent6" hlink="hlink" folHlink="folHlink"/>
  <p:sldLayoutIdLst>
    <p:sldLayoutId id="2147483835" r:id="rId1"/>
    <p:sldLayoutId id="2147483836" r:id="rId2"/>
    <p:sldLayoutId id="2147483837" r:id="rId3"/>
    <p:sldLayoutId id="2147483838" r:id="rId4"/>
    <p:sldLayoutId id="2147483839" r:id="rId5"/>
    <p:sldLayoutId id="2147483840" r:id="rId6"/>
    <p:sldLayoutId id="2147483841" r:id="rId7"/>
    <p:sldLayoutId id="2147483842" r:id="rId8"/>
    <p:sldLayoutId id="2147483843" r:id="rId9"/>
    <p:sldLayoutId id="2147483844" r:id="rId10"/>
    <p:sldLayoutId id="2147483845" r:id="rId11"/>
    <p:sldLayoutId id="2147483846" r:id="rId12"/>
    <p:sldLayoutId id="2147483847" r:id="rId13"/>
    <p:sldLayoutId id="2147483848" r:id="rId14"/>
    <p:sldLayoutId id="2147483849" r:id="rId15"/>
    <p:sldLayoutId id="2147483850" r:id="rId16"/>
    <p:sldLayoutId id="2147483851"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jpg"/></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5" descr="C:\Users\YUVAVARADHI\Downloads\Logo Vector.png"/>
          <p:cNvPicPr>
            <a:picLocks noChangeAspect="1" noChangeArrowheads="1"/>
          </p:cNvPicPr>
          <p:nvPr/>
        </p:nvPicPr>
        <p:blipFill>
          <a:blip r:embed="rId2" cstate="print"/>
          <a:srcRect/>
          <a:stretch>
            <a:fillRect/>
          </a:stretch>
        </p:blipFill>
        <p:spPr bwMode="auto">
          <a:xfrm>
            <a:off x="611560" y="1404923"/>
            <a:ext cx="7920880" cy="3952903"/>
          </a:xfrm>
          <a:prstGeom prst="rect">
            <a:avLst/>
          </a:prstGeom>
          <a:noFill/>
        </p:spPr>
      </p:pic>
      <p:sp>
        <p:nvSpPr>
          <p:cNvPr id="3" name="Oval 2"/>
          <p:cNvSpPr/>
          <p:nvPr/>
        </p:nvSpPr>
        <p:spPr>
          <a:xfrm>
            <a:off x="3066182" y="708712"/>
            <a:ext cx="720000" cy="72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Oval 4"/>
          <p:cNvSpPr/>
          <p:nvPr/>
        </p:nvSpPr>
        <p:spPr>
          <a:xfrm>
            <a:off x="3857620" y="708736"/>
            <a:ext cx="720000" cy="720000"/>
          </a:xfrm>
          <a:prstGeom prst="ellipse">
            <a:avLst/>
          </a:prstGeom>
          <a:solidFill>
            <a:srgbClr val="FFFF00"/>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Oval 8"/>
          <p:cNvSpPr/>
          <p:nvPr/>
        </p:nvSpPr>
        <p:spPr>
          <a:xfrm>
            <a:off x="4637818" y="708736"/>
            <a:ext cx="720000" cy="720000"/>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 name="Oval 6"/>
          <p:cNvSpPr/>
          <p:nvPr/>
        </p:nvSpPr>
        <p:spPr>
          <a:xfrm>
            <a:off x="5423636" y="708712"/>
            <a:ext cx="720000" cy="720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TextBox 7"/>
          <p:cNvSpPr txBox="1"/>
          <p:nvPr/>
        </p:nvSpPr>
        <p:spPr>
          <a:xfrm>
            <a:off x="1000100" y="5143512"/>
            <a:ext cx="6572296" cy="830997"/>
          </a:xfrm>
          <a:prstGeom prst="rect">
            <a:avLst/>
          </a:prstGeom>
          <a:noFill/>
        </p:spPr>
        <p:txBody>
          <a:bodyPr wrap="square" rtlCol="0">
            <a:spAutoFit/>
          </a:bodyPr>
          <a:lstStyle/>
          <a:p>
            <a:pPr algn="ctr"/>
            <a:r>
              <a:rPr lang="en-US" sz="2400" dirty="0" smtClean="0"/>
              <a:t>We have only one passion,</a:t>
            </a:r>
          </a:p>
          <a:p>
            <a:pPr algn="ctr"/>
            <a:r>
              <a:rPr lang="en-US" sz="2400" dirty="0" smtClean="0"/>
              <a:t>The rise of a great Nation</a:t>
            </a:r>
            <a:endParaRPr lang="en-US" sz="2400"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88640"/>
            <a:ext cx="8435280" cy="706090"/>
          </a:xfrm>
        </p:spPr>
        <p:txBody>
          <a:bodyPr>
            <a:normAutofit fontScale="90000"/>
          </a:bodyPr>
          <a:lstStyle/>
          <a:p>
            <a:r>
              <a:rPr lang="en-US" dirty="0" smtClean="0"/>
              <a:t>NIRMAAN BKBIET                        </a:t>
            </a:r>
            <a:endParaRPr lang="en-US" dirty="0"/>
          </a:p>
        </p:txBody>
      </p:sp>
      <p:sp>
        <p:nvSpPr>
          <p:cNvPr id="3" name="Content Placeholder 2"/>
          <p:cNvSpPr>
            <a:spLocks noGrp="1"/>
          </p:cNvSpPr>
          <p:nvPr>
            <p:ph idx="1"/>
          </p:nvPr>
        </p:nvSpPr>
        <p:spPr>
          <a:xfrm>
            <a:off x="251521" y="1124744"/>
            <a:ext cx="8544816" cy="5733256"/>
          </a:xfrm>
        </p:spPr>
        <p:txBody>
          <a:bodyPr>
            <a:normAutofit/>
          </a:bodyPr>
          <a:lstStyle/>
          <a:p>
            <a:pPr algn="just"/>
            <a:r>
              <a:rPr lang="en-IN" sz="1800" dirty="0">
                <a:latin typeface="Adobe Caslon Pro" panose="0205050205050A020403" pitchFamily="18" charset="0"/>
              </a:rPr>
              <a:t>NIRMAAN succeeded in adding more people to a great cause of society </a:t>
            </a:r>
            <a:r>
              <a:rPr lang="en-IN" sz="1800" dirty="0" err="1">
                <a:latin typeface="Adobe Caslon Pro" panose="0205050205050A020403" pitchFamily="18" charset="0"/>
              </a:rPr>
              <a:t>upliftment</a:t>
            </a:r>
            <a:r>
              <a:rPr lang="en-IN" sz="1800" dirty="0">
                <a:latin typeface="Adobe Caslon Pro" panose="0205050205050A020403" pitchFamily="18" charset="0"/>
              </a:rPr>
              <a:t>, by starting a new chapter in BKBIET </a:t>
            </a:r>
            <a:r>
              <a:rPr lang="en-IN" sz="1800" dirty="0" err="1">
                <a:latin typeface="Adobe Caslon Pro" panose="0205050205050A020403" pitchFamily="18" charset="0"/>
              </a:rPr>
              <a:t>Pilani</a:t>
            </a:r>
            <a:r>
              <a:rPr lang="en-IN" sz="1800" dirty="0">
                <a:latin typeface="Adobe Caslon Pro" panose="0205050205050A020403" pitchFamily="18" charset="0"/>
              </a:rPr>
              <a:t>. This chapter started as an expansion team under NIRMAAN BITS in September, 2013 but became an official chapter of NIRMAAN in March, </a:t>
            </a:r>
            <a:r>
              <a:rPr lang="en-IN" sz="1800" dirty="0" smtClean="0">
                <a:latin typeface="Adobe Caslon Pro" panose="0205050205050A020403" pitchFamily="18" charset="0"/>
              </a:rPr>
              <a:t>2014.</a:t>
            </a:r>
          </a:p>
          <a:p>
            <a:pPr algn="just"/>
            <a:r>
              <a:rPr lang="en-IN" sz="1800" dirty="0" smtClean="0">
                <a:latin typeface="Adobe Caslon Pro" panose="0205050205050A020403" pitchFamily="18" charset="0"/>
              </a:rPr>
              <a:t>Presently </a:t>
            </a:r>
            <a:r>
              <a:rPr lang="en-IN" sz="1800" dirty="0">
                <a:latin typeface="Adobe Caslon Pro" panose="0205050205050A020403" pitchFamily="18" charset="0"/>
              </a:rPr>
              <a:t>there are 3 running projects under this chapter:</a:t>
            </a:r>
            <a:endParaRPr lang="en-US" sz="1800" dirty="0">
              <a:latin typeface="Adobe Caslon Pro" panose="0205050205050A020403" pitchFamily="18" charset="0"/>
            </a:endParaRPr>
          </a:p>
          <a:p>
            <a:endParaRPr lang="en-US" dirty="0"/>
          </a:p>
        </p:txBody>
      </p:sp>
      <p:pic>
        <p:nvPicPr>
          <p:cNvPr id="4" name="Picture 3" descr="D:\cherry\NIrmaan logo.jpg"/>
          <p:cNvPicPr>
            <a:picLocks noChangeAspect="1" noChangeArrowheads="1"/>
          </p:cNvPicPr>
          <p:nvPr/>
        </p:nvPicPr>
        <p:blipFill>
          <a:blip r:embed="rId2" cstate="print"/>
          <a:srcRect/>
          <a:stretch>
            <a:fillRect/>
          </a:stretch>
        </p:blipFill>
        <p:spPr bwMode="auto">
          <a:xfrm>
            <a:off x="8448675" y="0"/>
            <a:ext cx="695325" cy="695325"/>
          </a:xfrm>
          <a:prstGeom prst="rect">
            <a:avLst/>
          </a:prstGeom>
          <a:noFill/>
        </p:spPr>
      </p:pic>
      <p:graphicFrame>
        <p:nvGraphicFramePr>
          <p:cNvPr id="5" name="Diagram 4"/>
          <p:cNvGraphicFramePr/>
          <p:nvPr>
            <p:extLst>
              <p:ext uri="{D42A27DB-BD31-4B8C-83A1-F6EECF244321}">
                <p14:modId xmlns:p14="http://schemas.microsoft.com/office/powerpoint/2010/main" val="1978214572"/>
              </p:ext>
            </p:extLst>
          </p:nvPr>
        </p:nvGraphicFramePr>
        <p:xfrm>
          <a:off x="467544" y="2852936"/>
          <a:ext cx="7776864" cy="36450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433120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pic>
        <p:nvPicPr>
          <p:cNvPr id="386" name="Shape 386"/>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387" name="Shape 387"/>
          <p:cNvSpPr/>
          <p:nvPr/>
        </p:nvSpPr>
        <p:spPr>
          <a:xfrm>
            <a:off x="3330053" y="2222477"/>
            <a:ext cx="2770496" cy="923329"/>
          </a:xfrm>
          <a:prstGeom prst="rect">
            <a:avLst/>
          </a:prstGeom>
          <a:noFill/>
          <a:ln>
            <a:noFill/>
          </a:ln>
        </p:spPr>
        <p:txBody>
          <a:bodyPr lIns="91425" tIns="45700" rIns="91425" bIns="45700" anchor="t" anchorCtr="0">
            <a:noAutofit/>
          </a:bodyPr>
          <a:lstStyle/>
          <a:p>
            <a:pPr marL="0" marR="0" lvl="0" indent="0" algn="ctr" rtl="0">
              <a:spcBef>
                <a:spcPts val="0"/>
              </a:spcBef>
              <a:buSzPct val="25000"/>
              <a:buNone/>
            </a:pPr>
            <a:r>
              <a:rPr lang="en-US" sz="5400" b="1" i="0" u="none" strike="noStrike" cap="none" baseline="0">
                <a:solidFill>
                  <a:srgbClr val="B16314"/>
                </a:solidFill>
                <a:latin typeface="Times New Roman"/>
                <a:ea typeface="Times New Roman"/>
                <a:cs typeface="Times New Roman"/>
                <a:sym typeface="Times New Roman"/>
              </a:rPr>
              <a:t>UDAY</a:t>
            </a:r>
          </a:p>
        </p:txBody>
      </p:sp>
    </p:spTree>
    <p:extLst>
      <p:ext uri="{BB962C8B-B14F-4D97-AF65-F5344CB8AC3E}">
        <p14:creationId xmlns:p14="http://schemas.microsoft.com/office/powerpoint/2010/main" val="4096098569"/>
      </p:ext>
    </p:extLst>
  </p:cSld>
  <p:clrMapOvr>
    <a:masterClrMapping/>
  </p:clrMapOvr>
  <p:transition spd="slow">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extLst>
              <p:ext uri="{D42A27DB-BD31-4B8C-83A1-F6EECF244321}">
                <p14:modId xmlns:p14="http://schemas.microsoft.com/office/powerpoint/2010/main" val="2234203850"/>
              </p:ext>
            </p:extLst>
          </p:nvPr>
        </p:nvGraphicFramePr>
        <p:xfrm>
          <a:off x="0" y="0"/>
          <a:ext cx="91440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56607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sz="half" idx="4294967295"/>
          </p:nvPr>
        </p:nvPicPr>
        <p:blipFill>
          <a:blip r:embed="rId2">
            <a:extLst>
              <a:ext uri="{28A0092B-C50C-407E-A947-70E740481C1C}">
                <a14:useLocalDpi xmlns:a14="http://schemas.microsoft.com/office/drawing/2010/main" val="0"/>
              </a:ext>
            </a:extLst>
          </a:blip>
          <a:stretch>
            <a:fillRect/>
          </a:stretch>
        </p:blipFill>
        <p:spPr bwMode="auto">
          <a:xfrm>
            <a:off x="0" y="404813"/>
            <a:ext cx="5472113" cy="6140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75826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pic>
        <p:nvPicPr>
          <p:cNvPr id="412" name="Shape 412"/>
          <p:cNvPicPr preferRelativeResize="0"/>
          <p:nvPr/>
        </p:nvPicPr>
        <p:blipFill rotWithShape="1">
          <a:blip r:embed="rId3">
            <a:alphaModFix/>
          </a:blip>
          <a:srcRect/>
          <a:stretch/>
        </p:blipFill>
        <p:spPr>
          <a:xfrm>
            <a:off x="95534" y="136478"/>
            <a:ext cx="3630305" cy="3189920"/>
          </a:xfrm>
          <a:prstGeom prst="rect">
            <a:avLst/>
          </a:prstGeom>
          <a:noFill/>
          <a:ln>
            <a:noFill/>
          </a:ln>
        </p:spPr>
      </p:pic>
      <p:pic>
        <p:nvPicPr>
          <p:cNvPr id="413" name="Shape 413"/>
          <p:cNvPicPr preferRelativeResize="0"/>
          <p:nvPr/>
        </p:nvPicPr>
        <p:blipFill rotWithShape="1">
          <a:blip r:embed="rId4">
            <a:alphaModFix/>
          </a:blip>
          <a:srcRect/>
          <a:stretch/>
        </p:blipFill>
        <p:spPr>
          <a:xfrm>
            <a:off x="95535" y="3326398"/>
            <a:ext cx="3152629" cy="3430395"/>
          </a:xfrm>
          <a:prstGeom prst="rect">
            <a:avLst/>
          </a:prstGeom>
          <a:noFill/>
          <a:ln>
            <a:noFill/>
          </a:ln>
        </p:spPr>
      </p:pic>
      <p:pic>
        <p:nvPicPr>
          <p:cNvPr id="414" name="Shape 414"/>
          <p:cNvPicPr preferRelativeResize="0"/>
          <p:nvPr/>
        </p:nvPicPr>
        <p:blipFill rotWithShape="1">
          <a:blip r:embed="rId5">
            <a:alphaModFix/>
          </a:blip>
          <a:srcRect/>
          <a:stretch/>
        </p:blipFill>
        <p:spPr>
          <a:xfrm>
            <a:off x="3248166" y="136478"/>
            <a:ext cx="5759355" cy="6620316"/>
          </a:xfrm>
          <a:prstGeom prst="rect">
            <a:avLst/>
          </a:prstGeom>
          <a:noFill/>
          <a:ln>
            <a:noFill/>
          </a:ln>
        </p:spPr>
      </p:pic>
      <p:sp>
        <p:nvSpPr>
          <p:cNvPr id="415" name="Shape 415"/>
          <p:cNvSpPr/>
          <p:nvPr/>
        </p:nvSpPr>
        <p:spPr>
          <a:xfrm>
            <a:off x="2314449" y="2772400"/>
            <a:ext cx="4168236" cy="1107995"/>
          </a:xfrm>
          <a:prstGeom prst="rect">
            <a:avLst/>
          </a:prstGeom>
          <a:noFill/>
          <a:ln>
            <a:noFill/>
          </a:ln>
        </p:spPr>
        <p:txBody>
          <a:bodyPr lIns="91425" tIns="45700" rIns="91425" bIns="45700" anchor="t" anchorCtr="0">
            <a:noAutofit/>
          </a:bodyPr>
          <a:lstStyle/>
          <a:p>
            <a:pPr marL="0" marR="0" lvl="0" indent="0" algn="ctr" rtl="0">
              <a:spcBef>
                <a:spcPts val="0"/>
              </a:spcBef>
              <a:buSzPct val="25000"/>
              <a:buNone/>
            </a:pPr>
            <a:r>
              <a:rPr lang="en-US" sz="6600" b="1" i="0" u="none" strike="noStrike" cap="none" baseline="0">
                <a:solidFill>
                  <a:srgbClr val="FFC000"/>
                </a:solidFill>
                <a:latin typeface="Times New Roman"/>
                <a:ea typeface="Times New Roman"/>
                <a:cs typeface="Times New Roman"/>
                <a:sym typeface="Times New Roman"/>
              </a:rPr>
              <a:t>POSHAN</a:t>
            </a:r>
          </a:p>
        </p:txBody>
      </p:sp>
    </p:spTree>
    <p:extLst>
      <p:ext uri="{BB962C8B-B14F-4D97-AF65-F5344CB8AC3E}">
        <p14:creationId xmlns:p14="http://schemas.microsoft.com/office/powerpoint/2010/main" val="642754203"/>
      </p:ext>
    </p:extLst>
  </p:cSld>
  <p:clrMapOvr>
    <a:masterClrMapping/>
  </p:clrMapOvr>
  <p:transition spd="slow">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1763" y="-31750"/>
            <a:ext cx="9407526" cy="693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948375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bwMode="auto">
          <a:xfrm>
            <a:off x="0" y="549275"/>
            <a:ext cx="5338763" cy="5749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2307386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34"/>
        <p:cNvGrpSpPr/>
        <p:nvPr/>
      </p:nvGrpSpPr>
      <p:grpSpPr>
        <a:xfrm>
          <a:off x="0" y="0"/>
          <a:ext cx="0" cy="0"/>
          <a:chOff x="0" y="0"/>
          <a:chExt cx="0" cy="0"/>
        </a:xfrm>
      </p:grpSpPr>
      <p:pic>
        <p:nvPicPr>
          <p:cNvPr id="435" name="Shape 435"/>
          <p:cNvPicPr preferRelativeResize="0"/>
          <p:nvPr/>
        </p:nvPicPr>
        <p:blipFill rotWithShape="1">
          <a:blip r:embed="rId3">
            <a:alphaModFix/>
          </a:blip>
          <a:srcRect/>
          <a:stretch/>
        </p:blipFill>
        <p:spPr>
          <a:xfrm>
            <a:off x="0" y="0"/>
            <a:ext cx="9144000" cy="6858000"/>
          </a:xfrm>
          <a:prstGeom prst="rect">
            <a:avLst/>
          </a:prstGeom>
          <a:noFill/>
          <a:ln>
            <a:noFill/>
          </a:ln>
        </p:spPr>
      </p:pic>
      <p:sp>
        <p:nvSpPr>
          <p:cNvPr id="436" name="Shape 436"/>
          <p:cNvSpPr/>
          <p:nvPr/>
        </p:nvSpPr>
        <p:spPr>
          <a:xfrm>
            <a:off x="2314449" y="3031707"/>
            <a:ext cx="4564022" cy="2123657"/>
          </a:xfrm>
          <a:prstGeom prst="rect">
            <a:avLst/>
          </a:prstGeom>
          <a:noFill/>
          <a:ln>
            <a:noFill/>
          </a:ln>
        </p:spPr>
        <p:txBody>
          <a:bodyPr lIns="91425" tIns="45700" rIns="91425" bIns="45700" anchor="t" anchorCtr="0">
            <a:noAutofit/>
          </a:bodyPr>
          <a:lstStyle/>
          <a:p>
            <a:pPr marL="0" marR="0" lvl="0" indent="0" algn="ctr" rtl="0">
              <a:spcBef>
                <a:spcPts val="0"/>
              </a:spcBef>
              <a:buSzPct val="25000"/>
              <a:buNone/>
            </a:pPr>
            <a:r>
              <a:rPr lang="en-US" sz="6600" b="1" i="0" u="none" strike="noStrike" cap="none" baseline="0">
                <a:solidFill>
                  <a:srgbClr val="FFC000"/>
                </a:solidFill>
                <a:latin typeface="Times New Roman"/>
                <a:ea typeface="Times New Roman"/>
                <a:cs typeface="Times New Roman"/>
                <a:sym typeface="Times New Roman"/>
              </a:rPr>
              <a:t>Ambedkar</a:t>
            </a:r>
            <a:r>
              <a:rPr lang="en-US" sz="6600" b="1" i="0" u="none" strike="noStrike" cap="none" baseline="0">
                <a:solidFill>
                  <a:srgbClr val="AAD956"/>
                </a:solidFill>
                <a:latin typeface="Times New Roman"/>
                <a:ea typeface="Times New Roman"/>
                <a:cs typeface="Times New Roman"/>
                <a:sym typeface="Times New Roman"/>
              </a:rPr>
              <a:t> </a:t>
            </a:r>
            <a:r>
              <a:rPr lang="en-US" sz="6600" b="1" i="0" u="none" strike="noStrike" cap="none" baseline="0">
                <a:solidFill>
                  <a:srgbClr val="FFC000"/>
                </a:solidFill>
                <a:latin typeface="Times New Roman"/>
                <a:ea typeface="Times New Roman"/>
                <a:cs typeface="Times New Roman"/>
                <a:sym typeface="Times New Roman"/>
              </a:rPr>
              <a:t>Basti</a:t>
            </a:r>
          </a:p>
        </p:txBody>
      </p:sp>
    </p:spTree>
    <p:extLst>
      <p:ext uri="{BB962C8B-B14F-4D97-AF65-F5344CB8AC3E}">
        <p14:creationId xmlns:p14="http://schemas.microsoft.com/office/powerpoint/2010/main" val="964804618"/>
      </p:ext>
    </p:extLst>
  </p:cSld>
  <p:clrMapOvr>
    <a:masterClrMapping/>
  </p:clrMapOvr>
  <p:transition spd="slow">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grpSp>
        <p:nvGrpSpPr>
          <p:cNvPr id="420" name="Shape 420"/>
          <p:cNvGrpSpPr/>
          <p:nvPr/>
        </p:nvGrpSpPr>
        <p:grpSpPr>
          <a:xfrm>
            <a:off x="0" y="39814"/>
            <a:ext cx="9144000" cy="6449886"/>
            <a:chOff x="0" y="39814"/>
            <a:chExt cx="9144000" cy="6449886"/>
          </a:xfrm>
        </p:grpSpPr>
        <p:sp>
          <p:nvSpPr>
            <p:cNvPr id="421" name="Shape 421"/>
            <p:cNvSpPr/>
            <p:nvPr/>
          </p:nvSpPr>
          <p:spPr>
            <a:xfrm>
              <a:off x="0" y="39814"/>
              <a:ext cx="9144000" cy="1946910"/>
            </a:xfrm>
            <a:prstGeom prst="rect">
              <a:avLst/>
            </a:prstGeom>
            <a:solidFill>
              <a:srgbClr val="5D831A"/>
            </a:solidFill>
            <a:ln>
              <a:noFill/>
            </a:ln>
          </p:spPr>
          <p:txBody>
            <a:bodyPr lIns="91425" tIns="91425" rIns="91425" bIns="91425" anchor="ctr" anchorCtr="0">
              <a:noAutofit/>
            </a:bodyPr>
            <a:lstStyle/>
            <a:p>
              <a:pPr>
                <a:spcBef>
                  <a:spcPts val="0"/>
                </a:spcBef>
                <a:buNone/>
              </a:pPr>
              <a:endParaRPr/>
            </a:p>
          </p:txBody>
        </p:sp>
        <p:sp>
          <p:nvSpPr>
            <p:cNvPr id="422" name="Shape 422"/>
            <p:cNvSpPr txBox="1"/>
            <p:nvPr/>
          </p:nvSpPr>
          <p:spPr>
            <a:xfrm>
              <a:off x="0" y="39814"/>
              <a:ext cx="9144000" cy="1946910"/>
            </a:xfrm>
            <a:prstGeom prst="rect">
              <a:avLst/>
            </a:prstGeom>
            <a:noFill/>
            <a:ln>
              <a:noFill/>
            </a:ln>
          </p:spPr>
          <p:txBody>
            <a:bodyPr lIns="228600" tIns="228600" rIns="228600" bIns="228600" anchor="ctr" anchorCtr="0">
              <a:noAutofit/>
            </a:bodyPr>
            <a:lstStyle/>
            <a:p>
              <a:pPr marL="0" marR="0" lvl="0" indent="0" algn="ctr" rtl="0">
                <a:lnSpc>
                  <a:spcPct val="100000"/>
                </a:lnSpc>
                <a:spcBef>
                  <a:spcPts val="0"/>
                </a:spcBef>
                <a:spcAft>
                  <a:spcPts val="0"/>
                </a:spcAft>
                <a:buSzPct val="25000"/>
                <a:buNone/>
              </a:pPr>
              <a:r>
                <a:rPr lang="en-US" sz="6000" b="0" i="0" u="none" strike="noStrike" cap="none" baseline="0">
                  <a:solidFill>
                    <a:schemeClr val="dk1"/>
                  </a:solidFill>
                  <a:latin typeface="Times New Roman"/>
                  <a:ea typeface="Times New Roman"/>
                  <a:cs typeface="Times New Roman"/>
                  <a:sym typeface="Times New Roman"/>
                </a:rPr>
                <a:t>AMBEDKAR BASTI</a:t>
              </a:r>
            </a:p>
            <a:p>
              <a:pPr marL="0" marR="0" lvl="0" indent="0" algn="ctr" rtl="0">
                <a:lnSpc>
                  <a:spcPct val="100000"/>
                </a:lnSpc>
                <a:spcBef>
                  <a:spcPts val="0"/>
                </a:spcBef>
                <a:spcAft>
                  <a:spcPts val="0"/>
                </a:spcAft>
                <a:buSzPct val="25000"/>
                <a:buNone/>
              </a:pPr>
              <a:r>
                <a:rPr lang="en-US" sz="3400" b="0" i="0" u="none" strike="noStrike" cap="none" baseline="0">
                  <a:solidFill>
                    <a:schemeClr val="dk1"/>
                  </a:solidFill>
                  <a:latin typeface="Times New Roman"/>
                  <a:ea typeface="Times New Roman"/>
                  <a:cs typeface="Times New Roman"/>
                  <a:sym typeface="Times New Roman"/>
                </a:rPr>
                <a:t>The Community Project</a:t>
              </a:r>
            </a:p>
          </p:txBody>
        </p:sp>
        <p:sp>
          <p:nvSpPr>
            <p:cNvPr id="423" name="Shape 423"/>
            <p:cNvSpPr/>
            <p:nvPr/>
          </p:nvSpPr>
          <p:spPr>
            <a:xfrm>
              <a:off x="1831" y="1946909"/>
              <a:ext cx="2329150" cy="4088510"/>
            </a:xfrm>
            <a:prstGeom prst="rect">
              <a:avLst/>
            </a:prstGeom>
            <a:gradFill>
              <a:gsLst>
                <a:gs pos="0">
                  <a:srgbClr val="DBF6A8"/>
                </a:gs>
                <a:gs pos="35000">
                  <a:srgbClr val="E5F7C3"/>
                </a:gs>
                <a:gs pos="100000">
                  <a:srgbClr val="F6FDE8"/>
                </a:gs>
              </a:gsLst>
              <a:lin ang="16200000" scaled="0"/>
            </a:gradFill>
            <a:ln>
              <a:noFill/>
            </a:ln>
          </p:spPr>
          <p:txBody>
            <a:bodyPr lIns="91425" tIns="91425" rIns="91425" bIns="91425" anchor="ctr" anchorCtr="0">
              <a:noAutofit/>
            </a:bodyPr>
            <a:lstStyle/>
            <a:p>
              <a:pPr>
                <a:spcBef>
                  <a:spcPts val="0"/>
                </a:spcBef>
                <a:buNone/>
              </a:pPr>
              <a:endParaRPr/>
            </a:p>
          </p:txBody>
        </p:sp>
        <p:sp>
          <p:nvSpPr>
            <p:cNvPr id="424" name="Shape 424"/>
            <p:cNvSpPr txBox="1"/>
            <p:nvPr/>
          </p:nvSpPr>
          <p:spPr>
            <a:xfrm>
              <a:off x="1831" y="1946909"/>
              <a:ext cx="2329150" cy="4088510"/>
            </a:xfrm>
            <a:prstGeom prst="rect">
              <a:avLst/>
            </a:prstGeom>
            <a:noFill/>
            <a:ln>
              <a:noFill/>
            </a:ln>
          </p:spPr>
          <p:txBody>
            <a:bodyPr lIns="60950" tIns="60950" rIns="60950" bIns="60950" anchor="ctr" anchorCtr="0">
              <a:noAutofit/>
            </a:bodyPr>
            <a:lstStyle/>
            <a:p>
              <a:pPr marL="0" marR="0" lvl="0" indent="0" algn="ctr" rtl="0">
                <a:lnSpc>
                  <a:spcPct val="90000"/>
                </a:lnSpc>
                <a:spcBef>
                  <a:spcPts val="0"/>
                </a:spcBef>
                <a:spcAft>
                  <a:spcPts val="0"/>
                </a:spcAft>
                <a:buSzPct val="25000"/>
                <a:buNone/>
              </a:pPr>
              <a:r>
                <a:rPr lang="en-US" sz="1600" b="0" i="0" u="sng" strike="noStrike" cap="none" baseline="0">
                  <a:solidFill>
                    <a:schemeClr val="dk1"/>
                  </a:solidFill>
                  <a:latin typeface="Times New Roman"/>
                  <a:ea typeface="Times New Roman"/>
                  <a:cs typeface="Times New Roman"/>
                  <a:sym typeface="Times New Roman"/>
                </a:rPr>
                <a:t>Objective</a:t>
              </a:r>
            </a:p>
            <a:p>
              <a:pPr marL="0" marR="0" lvl="0" indent="0" algn="l" rtl="0">
                <a:lnSpc>
                  <a:spcPct val="90000"/>
                </a:lnSpc>
                <a:spcBef>
                  <a:spcPts val="560"/>
                </a:spcBef>
                <a:spcAft>
                  <a:spcPts val="455"/>
                </a:spcAft>
                <a:buSzPct val="25000"/>
                <a:buNone/>
              </a:pPr>
              <a:r>
                <a:rPr lang="en-US" sz="1300" b="0" i="0" u="none" strike="noStrike" cap="none" baseline="0">
                  <a:solidFill>
                    <a:schemeClr val="dk1"/>
                  </a:solidFill>
                  <a:latin typeface="Times New Roman"/>
                  <a:ea typeface="Times New Roman"/>
                  <a:cs typeface="Times New Roman"/>
                  <a:sym typeface="Times New Roman"/>
                </a:rPr>
                <a:t>- To make the community self sufficient and independent with proper roads, lights, water and education facilities.</a:t>
              </a:r>
            </a:p>
          </p:txBody>
        </p:sp>
        <p:sp>
          <p:nvSpPr>
            <p:cNvPr id="425" name="Shape 425"/>
            <p:cNvSpPr/>
            <p:nvPr/>
          </p:nvSpPr>
          <p:spPr>
            <a:xfrm>
              <a:off x="2330982" y="1946909"/>
              <a:ext cx="4006914" cy="4088510"/>
            </a:xfrm>
            <a:prstGeom prst="rect">
              <a:avLst/>
            </a:prstGeom>
            <a:gradFill>
              <a:gsLst>
                <a:gs pos="0">
                  <a:srgbClr val="E0FFB7"/>
                </a:gs>
                <a:gs pos="35000">
                  <a:srgbClr val="E8FFCD"/>
                </a:gs>
                <a:gs pos="100000">
                  <a:srgbClr val="F6FFED"/>
                </a:gs>
              </a:gsLst>
              <a:lin ang="16200000" scaled="0"/>
            </a:gradFill>
            <a:ln>
              <a:noFill/>
            </a:ln>
          </p:spPr>
          <p:txBody>
            <a:bodyPr lIns="91425" tIns="91425" rIns="91425" bIns="91425" anchor="ctr" anchorCtr="0">
              <a:noAutofit/>
            </a:bodyPr>
            <a:lstStyle/>
            <a:p>
              <a:pPr>
                <a:spcBef>
                  <a:spcPts val="0"/>
                </a:spcBef>
                <a:buNone/>
              </a:pPr>
              <a:endParaRPr/>
            </a:p>
          </p:txBody>
        </p:sp>
        <p:sp>
          <p:nvSpPr>
            <p:cNvPr id="426" name="Shape 426"/>
            <p:cNvSpPr txBox="1"/>
            <p:nvPr/>
          </p:nvSpPr>
          <p:spPr>
            <a:xfrm>
              <a:off x="2330982" y="1946909"/>
              <a:ext cx="4006914" cy="4088510"/>
            </a:xfrm>
            <a:prstGeom prst="rect">
              <a:avLst/>
            </a:prstGeom>
            <a:noFill/>
            <a:ln>
              <a:noFill/>
            </a:ln>
          </p:spPr>
          <p:txBody>
            <a:bodyPr lIns="60950" tIns="60950" rIns="60950" bIns="60950" anchor="ctr" anchorCtr="0">
              <a:noAutofit/>
            </a:bodyPr>
            <a:lstStyle/>
            <a:p>
              <a:pPr marL="0" marR="0" lvl="0" indent="0" algn="ctr" rtl="0">
                <a:lnSpc>
                  <a:spcPct val="90000"/>
                </a:lnSpc>
                <a:spcBef>
                  <a:spcPts val="0"/>
                </a:spcBef>
                <a:spcAft>
                  <a:spcPts val="0"/>
                </a:spcAft>
                <a:buSzPct val="25000"/>
                <a:buNone/>
              </a:pPr>
              <a:r>
                <a:rPr lang="en-US" sz="1600" b="0" i="0" u="sng" strike="noStrike" cap="none" baseline="0">
                  <a:solidFill>
                    <a:schemeClr val="dk1"/>
                  </a:solidFill>
                  <a:latin typeface="Times New Roman"/>
                  <a:ea typeface="Times New Roman"/>
                  <a:cs typeface="Times New Roman"/>
                  <a:sym typeface="Times New Roman"/>
                </a:rPr>
                <a:t>Ways Adopted</a:t>
              </a:r>
            </a:p>
            <a:p>
              <a:pPr marL="0" marR="0" lvl="0" indent="0" algn="l" rtl="0">
                <a:lnSpc>
                  <a:spcPct val="90000"/>
                </a:lnSpc>
                <a:spcBef>
                  <a:spcPts val="560"/>
                </a:spcBef>
                <a:spcAft>
                  <a:spcPts val="0"/>
                </a:spcAft>
                <a:buSzPct val="25000"/>
                <a:buNone/>
              </a:pPr>
              <a:r>
                <a:rPr lang="en-US" sz="1300" b="0" i="0" u="none" strike="noStrike" cap="none" baseline="0">
                  <a:solidFill>
                    <a:schemeClr val="dk1"/>
                  </a:solidFill>
                  <a:latin typeface="Times New Roman"/>
                  <a:ea typeface="Times New Roman"/>
                  <a:cs typeface="Times New Roman"/>
                  <a:sym typeface="Times New Roman"/>
                </a:rPr>
                <a:t>- Adopted the PCD approach by interacting with the people through regular house visits to gain confidence.</a:t>
              </a:r>
            </a:p>
            <a:p>
              <a:pPr marL="0" marR="0" lvl="0" indent="0" algn="l" rtl="0">
                <a:lnSpc>
                  <a:spcPct val="90000"/>
                </a:lnSpc>
                <a:spcBef>
                  <a:spcPts val="455"/>
                </a:spcBef>
                <a:spcAft>
                  <a:spcPts val="0"/>
                </a:spcAft>
                <a:buSzPct val="25000"/>
                <a:buNone/>
              </a:pPr>
              <a:r>
                <a:rPr lang="en-US" sz="1300" b="0" i="0" u="none" strike="noStrike" cap="none" baseline="0">
                  <a:solidFill>
                    <a:schemeClr val="dk1"/>
                  </a:solidFill>
                  <a:latin typeface="Times New Roman"/>
                  <a:ea typeface="Times New Roman"/>
                  <a:cs typeface="Times New Roman"/>
                  <a:sym typeface="Times New Roman"/>
                </a:rPr>
                <a:t>- Giving evening tuitions to the kids, in the temple within the community.</a:t>
              </a:r>
            </a:p>
            <a:p>
              <a:pPr marL="0" marR="0" lvl="0" indent="0" algn="l" rtl="0">
                <a:lnSpc>
                  <a:spcPct val="90000"/>
                </a:lnSpc>
                <a:spcBef>
                  <a:spcPts val="455"/>
                </a:spcBef>
                <a:spcAft>
                  <a:spcPts val="0"/>
                </a:spcAft>
                <a:buSzPct val="25000"/>
                <a:buNone/>
              </a:pPr>
              <a:r>
                <a:rPr lang="en-US" sz="1300" b="0" i="0" u="none" strike="noStrike" cap="none" baseline="0">
                  <a:solidFill>
                    <a:schemeClr val="dk1"/>
                  </a:solidFill>
                  <a:latin typeface="Times New Roman"/>
                  <a:ea typeface="Times New Roman"/>
                  <a:cs typeface="Times New Roman"/>
                  <a:sym typeface="Times New Roman"/>
                </a:rPr>
                <a:t>- Encouraging parents to keep a track of the study of their children in school and protest against the teachers of the school for not teaching properly. </a:t>
              </a:r>
            </a:p>
            <a:p>
              <a:pPr marL="0" marR="0" lvl="0" indent="0" algn="l" rtl="0">
                <a:lnSpc>
                  <a:spcPct val="90000"/>
                </a:lnSpc>
                <a:spcBef>
                  <a:spcPts val="455"/>
                </a:spcBef>
                <a:spcAft>
                  <a:spcPts val="455"/>
                </a:spcAft>
                <a:buSzPct val="25000"/>
                <a:buNone/>
              </a:pPr>
              <a:r>
                <a:rPr lang="en-US" sz="1300" b="0" i="0" u="none" strike="noStrike" cap="none" baseline="0">
                  <a:solidFill>
                    <a:schemeClr val="dk1"/>
                  </a:solidFill>
                  <a:latin typeface="Times New Roman"/>
                  <a:ea typeface="Times New Roman"/>
                  <a:cs typeface="Times New Roman"/>
                  <a:sym typeface="Times New Roman"/>
                </a:rPr>
                <a:t>- Survey on what the working women of the community do and encourage the others to study.</a:t>
              </a:r>
              <a:r>
                <a:rPr lang="en-US" sz="1200" b="0" i="0" u="none" strike="noStrike" cap="none" baseline="0">
                  <a:solidFill>
                    <a:schemeClr val="dk1"/>
                  </a:solidFill>
                  <a:latin typeface="Times New Roman"/>
                  <a:ea typeface="Times New Roman"/>
                  <a:cs typeface="Times New Roman"/>
                  <a:sym typeface="Times New Roman"/>
                </a:rPr>
                <a:t>.</a:t>
              </a:r>
            </a:p>
          </p:txBody>
        </p:sp>
        <p:sp>
          <p:nvSpPr>
            <p:cNvPr id="427" name="Shape 427"/>
            <p:cNvSpPr/>
            <p:nvPr/>
          </p:nvSpPr>
          <p:spPr>
            <a:xfrm>
              <a:off x="6337898" y="1946909"/>
              <a:ext cx="2804267" cy="4088510"/>
            </a:xfrm>
            <a:prstGeom prst="rect">
              <a:avLst/>
            </a:prstGeom>
            <a:gradFill>
              <a:gsLst>
                <a:gs pos="0">
                  <a:srgbClr val="E7F3DB"/>
                </a:gs>
                <a:gs pos="35000">
                  <a:srgbClr val="EEF7E4"/>
                </a:gs>
                <a:gs pos="100000">
                  <a:srgbClr val="F9FCF5"/>
                </a:gs>
              </a:gsLst>
              <a:lin ang="16200000" scaled="0"/>
            </a:gradFill>
            <a:ln>
              <a:noFill/>
            </a:ln>
          </p:spPr>
          <p:txBody>
            <a:bodyPr lIns="91425" tIns="91425" rIns="91425" bIns="91425" anchor="ctr" anchorCtr="0">
              <a:noAutofit/>
            </a:bodyPr>
            <a:lstStyle/>
            <a:p>
              <a:pPr>
                <a:spcBef>
                  <a:spcPts val="0"/>
                </a:spcBef>
                <a:buNone/>
              </a:pPr>
              <a:endParaRPr/>
            </a:p>
          </p:txBody>
        </p:sp>
        <p:sp>
          <p:nvSpPr>
            <p:cNvPr id="428" name="Shape 428"/>
            <p:cNvSpPr txBox="1"/>
            <p:nvPr/>
          </p:nvSpPr>
          <p:spPr>
            <a:xfrm>
              <a:off x="6337898" y="1946909"/>
              <a:ext cx="2804267" cy="4088510"/>
            </a:xfrm>
            <a:prstGeom prst="rect">
              <a:avLst/>
            </a:prstGeom>
            <a:noFill/>
            <a:ln>
              <a:noFill/>
            </a:ln>
          </p:spPr>
          <p:txBody>
            <a:bodyPr lIns="60950" tIns="60950" rIns="60950" bIns="60950" anchor="ctr" anchorCtr="0">
              <a:noAutofit/>
            </a:bodyPr>
            <a:lstStyle/>
            <a:p>
              <a:pPr marL="0" marR="0" lvl="0" indent="0" algn="ctr" rtl="0">
                <a:lnSpc>
                  <a:spcPct val="90000"/>
                </a:lnSpc>
                <a:spcBef>
                  <a:spcPts val="0"/>
                </a:spcBef>
                <a:spcAft>
                  <a:spcPts val="0"/>
                </a:spcAft>
                <a:buSzPct val="25000"/>
                <a:buNone/>
              </a:pPr>
              <a:r>
                <a:rPr lang="en-US" sz="1600" b="0" i="0" u="sng" strike="noStrike" cap="none" baseline="0">
                  <a:solidFill>
                    <a:schemeClr val="dk1"/>
                  </a:solidFill>
                  <a:latin typeface="Times New Roman"/>
                  <a:ea typeface="Times New Roman"/>
                  <a:cs typeface="Times New Roman"/>
                  <a:sym typeface="Times New Roman"/>
                </a:rPr>
                <a:t>Future Plans</a:t>
              </a:r>
            </a:p>
            <a:p>
              <a:pPr marL="0" marR="0" lvl="0" indent="0" algn="l" rtl="0">
                <a:lnSpc>
                  <a:spcPct val="90000"/>
                </a:lnSpc>
                <a:spcBef>
                  <a:spcPts val="560"/>
                </a:spcBef>
                <a:spcAft>
                  <a:spcPts val="0"/>
                </a:spcAft>
                <a:buSzPct val="25000"/>
                <a:buNone/>
              </a:pPr>
              <a:r>
                <a:rPr lang="en-US" sz="1300" b="0" i="0" u="none" strike="noStrike" cap="none" baseline="0">
                  <a:solidFill>
                    <a:schemeClr val="dk1"/>
                  </a:solidFill>
                  <a:latin typeface="Times New Roman"/>
                  <a:ea typeface="Times New Roman"/>
                  <a:cs typeface="Times New Roman"/>
                  <a:sym typeface="Times New Roman"/>
                </a:rPr>
                <a:t>-To organize more cultural activities in the community to interact more with the people.</a:t>
              </a:r>
            </a:p>
            <a:p>
              <a:pPr marL="0" marR="0" lvl="0" indent="0" algn="l" rtl="0">
                <a:lnSpc>
                  <a:spcPct val="90000"/>
                </a:lnSpc>
                <a:spcBef>
                  <a:spcPts val="455"/>
                </a:spcBef>
                <a:spcAft>
                  <a:spcPts val="0"/>
                </a:spcAft>
                <a:buSzPct val="25000"/>
                <a:buNone/>
              </a:pPr>
              <a:r>
                <a:rPr lang="en-US" sz="1300" b="0" i="0" u="none" strike="noStrike" cap="none" baseline="0">
                  <a:solidFill>
                    <a:schemeClr val="dk1"/>
                  </a:solidFill>
                  <a:latin typeface="Times New Roman"/>
                  <a:ea typeface="Times New Roman"/>
                  <a:cs typeface="Times New Roman"/>
                  <a:sym typeface="Times New Roman"/>
                </a:rPr>
                <a:t>- To get all the children to proper schools.</a:t>
              </a:r>
            </a:p>
            <a:p>
              <a:pPr marL="0" marR="0" lvl="0" indent="0" algn="l" rtl="0">
                <a:lnSpc>
                  <a:spcPct val="90000"/>
                </a:lnSpc>
                <a:spcBef>
                  <a:spcPts val="455"/>
                </a:spcBef>
                <a:spcAft>
                  <a:spcPts val="0"/>
                </a:spcAft>
                <a:buSzPct val="25000"/>
                <a:buNone/>
              </a:pPr>
              <a:r>
                <a:rPr lang="en-US" sz="1300" b="0" i="0" u="none" strike="noStrike" cap="none" baseline="0">
                  <a:solidFill>
                    <a:schemeClr val="dk1"/>
                  </a:solidFill>
                  <a:latin typeface="Times New Roman"/>
                  <a:ea typeface="Times New Roman"/>
                  <a:cs typeface="Times New Roman"/>
                  <a:sym typeface="Times New Roman"/>
                </a:rPr>
                <a:t>- To help the working women and expand their livelihood through a SHG centre.</a:t>
              </a:r>
            </a:p>
            <a:p>
              <a:pPr marL="0" marR="0" lvl="0" indent="0" algn="l" rtl="0">
                <a:lnSpc>
                  <a:spcPct val="90000"/>
                </a:lnSpc>
                <a:spcBef>
                  <a:spcPts val="455"/>
                </a:spcBef>
                <a:spcAft>
                  <a:spcPts val="455"/>
                </a:spcAft>
                <a:buSzPct val="25000"/>
                <a:buNone/>
              </a:pPr>
              <a:r>
                <a:rPr lang="en-US" sz="1300" b="0" i="0" u="none" strike="noStrike" cap="none" baseline="0">
                  <a:solidFill>
                    <a:schemeClr val="dk1"/>
                  </a:solidFill>
                  <a:latin typeface="Times New Roman"/>
                  <a:ea typeface="Times New Roman"/>
                  <a:cs typeface="Times New Roman"/>
                  <a:sym typeface="Times New Roman"/>
                </a:rPr>
                <a:t>- To work on the problems of dirty water supply and garbage dumping of the community.</a:t>
              </a:r>
            </a:p>
          </p:txBody>
        </p:sp>
        <p:sp>
          <p:nvSpPr>
            <p:cNvPr id="429" name="Shape 429"/>
            <p:cNvSpPr/>
            <p:nvPr/>
          </p:nvSpPr>
          <p:spPr>
            <a:xfrm>
              <a:off x="0" y="6035421"/>
              <a:ext cx="9144000" cy="454278"/>
            </a:xfrm>
            <a:prstGeom prst="rect">
              <a:avLst/>
            </a:prstGeom>
            <a:solidFill>
              <a:srgbClr val="5D831A"/>
            </a:solidFill>
            <a:ln>
              <a:noFill/>
            </a:ln>
          </p:spPr>
          <p:txBody>
            <a:bodyPr lIns="91425" tIns="91425" rIns="91425" bIns="91425" anchor="ctr" anchorCtr="0">
              <a:noAutofit/>
            </a:bodyPr>
            <a:lstStyle/>
            <a:p>
              <a:pPr>
                <a:spcBef>
                  <a:spcPts val="0"/>
                </a:spcBef>
                <a:buNone/>
              </a:pPr>
              <a:endParaRPr/>
            </a:p>
          </p:txBody>
        </p:sp>
      </p:grpSp>
      <p:sp>
        <p:nvSpPr>
          <p:cNvPr id="430" name="Shape 430"/>
          <p:cNvSpPr txBox="1"/>
          <p:nvPr/>
        </p:nvSpPr>
        <p:spPr>
          <a:xfrm>
            <a:off x="0" y="6455391"/>
            <a:ext cx="9144001" cy="461664"/>
          </a:xfrm>
          <a:prstGeom prst="rect">
            <a:avLst/>
          </a:prstGeom>
          <a:noFill/>
          <a:ln>
            <a:noFill/>
          </a:ln>
        </p:spPr>
        <p:txBody>
          <a:bodyPr lIns="91425" tIns="45700" rIns="91425" bIns="45700" anchor="t" anchorCtr="0">
            <a:noAutofit/>
          </a:bodyPr>
          <a:lstStyle/>
          <a:p>
            <a:pPr marL="0" marR="0" lvl="0" indent="0" algn="ctr" rtl="0">
              <a:spcBef>
                <a:spcPts val="0"/>
              </a:spcBef>
              <a:buSzPct val="25000"/>
              <a:buNone/>
            </a:pPr>
            <a:r>
              <a:rPr lang="en-US" sz="2400" b="0" i="0" u="none" strike="noStrike" cap="none" baseline="0" dirty="0">
                <a:solidFill>
                  <a:schemeClr val="lt1"/>
                </a:solidFill>
                <a:latin typeface="Times New Roman"/>
                <a:ea typeface="Times New Roman"/>
                <a:cs typeface="Times New Roman"/>
                <a:sym typeface="Times New Roman"/>
              </a:rPr>
              <a:t>NUMBER OF BENEFICIARIES= 35</a:t>
            </a:r>
          </a:p>
        </p:txBody>
      </p:sp>
    </p:spTree>
    <p:extLst>
      <p:ext uri="{BB962C8B-B14F-4D97-AF65-F5344CB8AC3E}">
        <p14:creationId xmlns:p14="http://schemas.microsoft.com/office/powerpoint/2010/main" val="2801399061"/>
      </p:ext>
    </p:extLst>
  </p:cSld>
  <p:clrMapOvr>
    <a:masterClrMapping/>
  </p:clrMapOvr>
  <p:transition spd="slow">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5400" dirty="0" smtClean="0"/>
              <a:t>ACTIVITIES</a:t>
            </a:r>
            <a:endParaRPr lang="en-US" sz="5400" dirty="0"/>
          </a:p>
        </p:txBody>
      </p:sp>
      <p:sp>
        <p:nvSpPr>
          <p:cNvPr id="3" name="Content Placeholder 2"/>
          <p:cNvSpPr>
            <a:spLocks noGrp="1"/>
          </p:cNvSpPr>
          <p:nvPr>
            <p:ph idx="1"/>
          </p:nvPr>
        </p:nvSpPr>
        <p:spPr/>
        <p:txBody>
          <a:bodyPr>
            <a:normAutofit fontScale="77500" lnSpcReduction="20000"/>
          </a:bodyPr>
          <a:lstStyle/>
          <a:p>
            <a:pPr>
              <a:buFont typeface="Arial" panose="020B0604020202020204" pitchFamily="34" charset="0"/>
              <a:buChar char="•"/>
            </a:pPr>
            <a:r>
              <a:rPr lang="en-US" dirty="0" smtClean="0"/>
              <a:t>Cloth distribution.</a:t>
            </a:r>
          </a:p>
          <a:p>
            <a:pPr>
              <a:buFont typeface="Arial" panose="020B0604020202020204" pitchFamily="34" charset="0"/>
              <a:buChar char="•"/>
            </a:pPr>
            <a:r>
              <a:rPr lang="en-US" dirty="0" err="1" smtClean="0"/>
              <a:t>Nanhi</a:t>
            </a:r>
            <a:r>
              <a:rPr lang="en-US" dirty="0" smtClean="0"/>
              <a:t> </a:t>
            </a:r>
            <a:r>
              <a:rPr lang="en-US" dirty="0" err="1" smtClean="0"/>
              <a:t>Udaan</a:t>
            </a:r>
            <a:r>
              <a:rPr lang="en-US" dirty="0" smtClean="0"/>
              <a:t>: An initiative to interact with community people.</a:t>
            </a:r>
          </a:p>
          <a:p>
            <a:pPr>
              <a:buFont typeface="Arial" panose="020B0604020202020204" pitchFamily="34" charset="0"/>
              <a:buChar char="•"/>
            </a:pPr>
            <a:r>
              <a:rPr lang="en-US" dirty="0" smtClean="0"/>
              <a:t>Republic day and Independence day celebration.</a:t>
            </a:r>
          </a:p>
          <a:p>
            <a:pPr>
              <a:buFont typeface="Arial" panose="020B0604020202020204" pitchFamily="34" charset="0"/>
              <a:buChar char="•"/>
            </a:pPr>
            <a:r>
              <a:rPr lang="en-US" dirty="0" smtClean="0"/>
              <a:t>Swatch </a:t>
            </a:r>
            <a:r>
              <a:rPr lang="en-US" dirty="0" err="1" smtClean="0"/>
              <a:t>Basti</a:t>
            </a:r>
            <a:r>
              <a:rPr lang="en-US" dirty="0" smtClean="0"/>
              <a:t> </a:t>
            </a:r>
            <a:r>
              <a:rPr lang="en-US" dirty="0" err="1" smtClean="0"/>
              <a:t>Abhiyan</a:t>
            </a:r>
            <a:r>
              <a:rPr lang="en-US" dirty="0" smtClean="0"/>
              <a:t>.</a:t>
            </a:r>
          </a:p>
          <a:p>
            <a:pPr>
              <a:buFont typeface="Arial" panose="020B0604020202020204" pitchFamily="34" charset="0"/>
              <a:buChar char="•"/>
            </a:pPr>
            <a:r>
              <a:rPr lang="en-US" dirty="0" smtClean="0"/>
              <a:t>Anti Swine flu drop camp.</a:t>
            </a:r>
          </a:p>
          <a:p>
            <a:pPr>
              <a:buFont typeface="Arial" panose="020B0604020202020204" pitchFamily="34" charset="0"/>
              <a:buChar char="•"/>
            </a:pPr>
            <a:r>
              <a:rPr lang="en-US" dirty="0" err="1" smtClean="0"/>
              <a:t>Basant</a:t>
            </a:r>
            <a:r>
              <a:rPr lang="en-US" dirty="0" smtClean="0"/>
              <a:t> Stalls</a:t>
            </a:r>
          </a:p>
          <a:p>
            <a:pPr>
              <a:buFont typeface="Arial" panose="020B0604020202020204" pitchFamily="34" charset="0"/>
              <a:buChar char="•"/>
            </a:pPr>
            <a:r>
              <a:rPr lang="en-US" dirty="0" err="1" smtClean="0"/>
              <a:t>Rakhi</a:t>
            </a:r>
            <a:r>
              <a:rPr lang="en-US" dirty="0" smtClean="0"/>
              <a:t> Celeb.</a:t>
            </a:r>
          </a:p>
          <a:p>
            <a:pPr>
              <a:buFont typeface="Arial" panose="020B0604020202020204" pitchFamily="34" charset="0"/>
              <a:buChar char="•"/>
            </a:pPr>
            <a:r>
              <a:rPr lang="en-US" dirty="0" err="1" smtClean="0"/>
              <a:t>Holi</a:t>
            </a:r>
            <a:r>
              <a:rPr lang="en-US" dirty="0" smtClean="0"/>
              <a:t> Celeb.</a:t>
            </a:r>
          </a:p>
          <a:p>
            <a:pPr>
              <a:buFont typeface="Arial" panose="020B0604020202020204" pitchFamily="34" charset="0"/>
              <a:buChar char="•"/>
            </a:pPr>
            <a:r>
              <a:rPr lang="en-US" dirty="0" smtClean="0"/>
              <a:t>Teacher’s day celeb.</a:t>
            </a:r>
          </a:p>
          <a:p>
            <a:pPr>
              <a:buFont typeface="Arial" panose="020B0604020202020204" pitchFamily="34" charset="0"/>
              <a:buChar char="•"/>
            </a:pPr>
            <a:r>
              <a:rPr lang="en-US" dirty="0" smtClean="0"/>
              <a:t>ICCS Stalls</a:t>
            </a:r>
          </a:p>
          <a:p>
            <a:pPr>
              <a:buFont typeface="Arial" panose="020B0604020202020204" pitchFamily="34" charset="0"/>
              <a:buChar char="•"/>
            </a:pPr>
            <a:r>
              <a:rPr lang="en-US" dirty="0" smtClean="0"/>
              <a:t>Joy Of Giving Week.</a:t>
            </a:r>
          </a:p>
          <a:p>
            <a:pPr>
              <a:buFont typeface="Arial" panose="020B0604020202020204" pitchFamily="34" charset="0"/>
              <a:buChar char="•"/>
            </a:pPr>
            <a:r>
              <a:rPr lang="en-US" dirty="0" err="1" smtClean="0"/>
              <a:t>Khel</a:t>
            </a:r>
            <a:r>
              <a:rPr lang="en-US" dirty="0" smtClean="0"/>
              <a:t> </a:t>
            </a:r>
            <a:r>
              <a:rPr lang="en-US" dirty="0" err="1" smtClean="0"/>
              <a:t>Mahotsav</a:t>
            </a:r>
            <a:r>
              <a:rPr lang="en-US" dirty="0" smtClean="0"/>
              <a:t>.</a:t>
            </a:r>
          </a:p>
          <a:p>
            <a:pPr>
              <a:buFont typeface="Arial" panose="020B0604020202020204" pitchFamily="34" charset="0"/>
              <a:buChar char="•"/>
            </a:pPr>
            <a:r>
              <a:rPr lang="en-US" dirty="0" smtClean="0"/>
              <a:t>X- Mas Celeb  and many more…..</a:t>
            </a:r>
          </a:p>
        </p:txBody>
      </p:sp>
    </p:spTree>
    <p:extLst>
      <p:ext uri="{BB962C8B-B14F-4D97-AF65-F5344CB8AC3E}">
        <p14:creationId xmlns:p14="http://schemas.microsoft.com/office/powerpoint/2010/main" val="220060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8596" y="1000108"/>
            <a:ext cx="8229600" cy="4525963"/>
          </a:xfrm>
        </p:spPr>
        <p:txBody>
          <a:bodyPr>
            <a:normAutofit/>
          </a:bodyPr>
          <a:lstStyle/>
          <a:p>
            <a:pPr algn="ctr">
              <a:buNone/>
            </a:pPr>
            <a:r>
              <a:rPr lang="en-US" dirty="0" smtClean="0">
                <a:latin typeface="Andalus" pitchFamily="18" charset="-78"/>
                <a:cs typeface="Andalus" pitchFamily="18" charset="-78"/>
              </a:rPr>
              <a:t>“We have only one passion,</a:t>
            </a:r>
          </a:p>
          <a:p>
            <a:pPr algn="ctr">
              <a:buNone/>
            </a:pPr>
            <a:r>
              <a:rPr lang="en-US" dirty="0" smtClean="0">
                <a:latin typeface="Andalus" pitchFamily="18" charset="-78"/>
                <a:cs typeface="Andalus" pitchFamily="18" charset="-78"/>
              </a:rPr>
              <a:t>The rise of a great Nation”</a:t>
            </a:r>
            <a:endParaRPr lang="en-IN" dirty="0">
              <a:latin typeface="Andalus" pitchFamily="18" charset="-78"/>
              <a:cs typeface="Andalus" pitchFamily="18" charset="-78"/>
            </a:endParaRPr>
          </a:p>
        </p:txBody>
      </p:sp>
      <p:sp>
        <p:nvSpPr>
          <p:cNvPr id="4" name="Rectangle 3"/>
          <p:cNvSpPr/>
          <p:nvPr/>
        </p:nvSpPr>
        <p:spPr>
          <a:xfrm>
            <a:off x="3066182" y="6093296"/>
            <a:ext cx="3017986" cy="461665"/>
          </a:xfrm>
          <a:prstGeom prst="rect">
            <a:avLst/>
          </a:prstGeom>
        </p:spPr>
        <p:txBody>
          <a:bodyPr wrap="square">
            <a:spAutoFit/>
          </a:bodyPr>
          <a:lstStyle/>
          <a:p>
            <a:pPr algn="ctr">
              <a:defRPr/>
            </a:pPr>
            <a:r>
              <a:rPr lang="en-US" sz="2400" dirty="0" smtClean="0"/>
              <a:t>www.nirmaan.org</a:t>
            </a:r>
            <a:endParaRPr lang="en-US" sz="2400" dirty="0"/>
          </a:p>
        </p:txBody>
      </p:sp>
      <p:pic>
        <p:nvPicPr>
          <p:cNvPr id="5" name="Picture 5" descr="C:\Users\YUVAVARADHI\Downloads\Logo Vector.png"/>
          <p:cNvPicPr>
            <a:picLocks noChangeAspect="1" noChangeArrowheads="1"/>
          </p:cNvPicPr>
          <p:nvPr/>
        </p:nvPicPr>
        <p:blipFill>
          <a:blip r:embed="rId2" cstate="print"/>
          <a:srcRect/>
          <a:stretch>
            <a:fillRect/>
          </a:stretch>
        </p:blipFill>
        <p:spPr bwMode="auto">
          <a:xfrm>
            <a:off x="1547664" y="1738301"/>
            <a:ext cx="6192688" cy="3048021"/>
          </a:xfrm>
          <a:prstGeom prst="rect">
            <a:avLst/>
          </a:prstGeom>
          <a:noFill/>
        </p:spPr>
      </p:pic>
      <p:sp>
        <p:nvSpPr>
          <p:cNvPr id="10" name="Oval 9"/>
          <p:cNvSpPr/>
          <p:nvPr/>
        </p:nvSpPr>
        <p:spPr>
          <a:xfrm>
            <a:off x="3066182" y="4929198"/>
            <a:ext cx="720000" cy="720000"/>
          </a:xfrm>
          <a:prstGeom prst="ellipse">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Oval 11"/>
          <p:cNvSpPr/>
          <p:nvPr/>
        </p:nvSpPr>
        <p:spPr>
          <a:xfrm>
            <a:off x="4637818" y="4929222"/>
            <a:ext cx="720000" cy="720000"/>
          </a:xfrm>
          <a:prstGeom prst="ellipse">
            <a:avLst/>
          </a:pr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3" name="Oval 12"/>
          <p:cNvSpPr/>
          <p:nvPr/>
        </p:nvSpPr>
        <p:spPr>
          <a:xfrm>
            <a:off x="5423636" y="4929198"/>
            <a:ext cx="720000" cy="720000"/>
          </a:xfrm>
          <a:prstGeom prst="ellips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4" name="Oval 13"/>
          <p:cNvSpPr/>
          <p:nvPr/>
        </p:nvSpPr>
        <p:spPr>
          <a:xfrm>
            <a:off x="3852000" y="4929198"/>
            <a:ext cx="720000" cy="720000"/>
          </a:xfrm>
          <a:prstGeom prst="ellipse">
            <a:avLst/>
          </a:prstGeom>
          <a:solidFill>
            <a:srgbClr val="FFFF66"/>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6311</TotalTime>
  <Words>560</Words>
  <Application>Microsoft Office PowerPoint</Application>
  <PresentationFormat>On-screen Show (4:3)</PresentationFormat>
  <Paragraphs>58</Paragraphs>
  <Slides>12</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Adobe Caslon Pro</vt:lpstr>
      <vt:lpstr>Andalus</vt:lpstr>
      <vt:lpstr>Arial</vt:lpstr>
      <vt:lpstr>Calibri</vt:lpstr>
      <vt:lpstr>Century Gothic</vt:lpstr>
      <vt:lpstr>Times New Roman</vt:lpstr>
      <vt:lpstr>Wingdings 3</vt:lpstr>
      <vt:lpstr>Ion</vt:lpstr>
      <vt:lpstr>PowerPoint Presentation</vt:lpstr>
      <vt:lpstr>NIRMAAN BKBIET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ACTIVITIES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YUVAVARADHI</dc:creator>
  <cp:lastModifiedBy>himanshuJain</cp:lastModifiedBy>
  <cp:revision>380</cp:revision>
  <dcterms:created xsi:type="dcterms:W3CDTF">2011-12-07T07:37:06Z</dcterms:created>
  <dcterms:modified xsi:type="dcterms:W3CDTF">2016-02-27T05:18:35Z</dcterms:modified>
</cp:coreProperties>
</file>